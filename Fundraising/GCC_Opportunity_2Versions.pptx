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3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GCC Opportunity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0175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Two near-antipodean facilities give Sego same-day dose delivery to any point on Earth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589520" y="10972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549640" y="1097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8A</a:t>
            </a:r>
            <a:endParaRPr lang="en-US" sz="800" dirty="0"/>
          </a:p>
        </p:txBody>
      </p:sp>
      <p:pic>
        <p:nvPicPr>
          <p:cNvPr id="6" name="Image 0" descr="/sessions/nice-vibrant-thompson/mnt/outputs/gcc_map_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777240"/>
            <a:ext cx="8778240" cy="25603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3429000"/>
            <a:ext cx="3931920" cy="256032"/>
          </a:xfrm>
          <a:prstGeom prst="roundRect">
            <a:avLst>
              <a:gd name="adj" fmla="val 21429"/>
            </a:avLst>
          </a:prstGeom>
          <a:solidFill>
            <a:srgbClr val="002924"/>
          </a:solidFill>
          <a:ln/>
        </p:spPr>
      </p:sp>
      <p:sp>
        <p:nvSpPr>
          <p:cNvPr id="8" name="Text 5"/>
          <p:cNvSpPr/>
          <p:nvPr/>
        </p:nvSpPr>
        <p:spPr>
          <a:xfrm>
            <a:off x="594360" y="34290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Salt Lake City  —  Facility 1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57200" y="3703320"/>
            <a:ext cx="393192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6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94360" y="37490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002924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Coverage: </a:t>
            </a:r>
            <a:pPr indent="0" marL="0">
              <a:buNone/>
            </a:pPr>
            <a:r>
              <a:rPr lang="en-US" sz="8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North &amp; South America, Western Europe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002924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Key hub: </a:t>
            </a:r>
            <a:pPr indent="0" marL="0">
              <a:buNone/>
            </a:pPr>
            <a:r>
              <a:rPr lang="en-US" sz="8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SLC International Airport — direct routes to major US &amp; European destinations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4754880" y="3429000"/>
            <a:ext cx="3931920" cy="256032"/>
          </a:xfrm>
          <a:prstGeom prst="roundRect">
            <a:avLst>
              <a:gd name="adj" fmla="val 21429"/>
            </a:avLst>
          </a:prstGeom>
          <a:solidFill>
            <a:srgbClr val="61896E"/>
          </a:solidFill>
          <a:ln/>
        </p:spPr>
      </p:sp>
      <p:sp>
        <p:nvSpPr>
          <p:cNvPr id="12" name="Text 9"/>
          <p:cNvSpPr/>
          <p:nvPr/>
        </p:nvSpPr>
        <p:spPr>
          <a:xfrm>
            <a:off x="4892040" y="34290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GCC  —  Facility 2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754880" y="3703320"/>
            <a:ext cx="393192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6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892040" y="37490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002924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Coverage: </a:t>
            </a:r>
            <a:pPr indent="0" marL="0">
              <a:buNone/>
            </a:pPr>
            <a:r>
              <a:rPr lang="en-US" sz="8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GCC &amp; Africa, Asia &amp; Australasia, Eastern Europe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002924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Key hub: </a:t>
            </a:r>
            <a:pPr indent="0" marL="0">
              <a:buNone/>
            </a:pPr>
            <a:r>
              <a:rPr lang="en-US" sz="8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GCC Airport — 250+ direct destinations across 5 continents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457200" y="448056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002924"/>
          </a:solidFill>
          <a:ln/>
        </p:spPr>
      </p:sp>
      <p:sp>
        <p:nvSpPr>
          <p:cNvPr id="16" name="Text 13"/>
          <p:cNvSpPr/>
          <p:nvPr/>
        </p:nvSpPr>
        <p:spPr>
          <a:xfrm>
            <a:off x="640080" y="449884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Exact replica of SLC R&amp;D, development, and commercial production facility — same hot-cell configurations, automated synthesis, QC labs, and GMP-compliant dispensing. Operational from day one.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3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GCC Opportunity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0175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Two near-antipodean facilities give Sego same-day dose delivery to any point on Earth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589520" y="10972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549640" y="1097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8B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0" y="7772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002924"/>
                </a:solidFill>
                <a:latin typeface="Season Mix" pitchFamily="34" charset="0"/>
                <a:ea typeface="Season Mix" pitchFamily="34" charset="-122"/>
                <a:cs typeface="Season Mix" pitchFamily="34" charset="-120"/>
              </a:rPr>
              <a:t>100%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3200400" y="12344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Global Coverage</a:t>
            </a:r>
            <a:endParaRPr lang="en-US" sz="1000" dirty="0"/>
          </a:p>
        </p:txBody>
      </p:sp>
      <p:pic>
        <p:nvPicPr>
          <p:cNvPr id="8" name="Image 0" descr="/sessions/nice-vibrant-thompson/mnt/outputs/gcc_radial_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463040"/>
            <a:ext cx="8595360" cy="23774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3931920"/>
            <a:ext cx="39319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94360" y="4005072"/>
            <a:ext cx="164592" cy="164592"/>
          </a:xfrm>
          <a:prstGeom prst="ellipse">
            <a:avLst/>
          </a:prstGeom>
          <a:solidFill>
            <a:srgbClr val="B1C8B0"/>
          </a:solidFill>
          <a:ln/>
        </p:spPr>
      </p:sp>
      <p:sp>
        <p:nvSpPr>
          <p:cNvPr id="11" name="Text 8"/>
          <p:cNvSpPr/>
          <p:nvPr/>
        </p:nvSpPr>
        <p:spPr>
          <a:xfrm>
            <a:off x="822960" y="397764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2924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Salt Lake City — Facility 1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822960" y="42062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North &amp; South America, Western Europe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SLC International Airport — direct US &amp; European routes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4754880" y="3931920"/>
            <a:ext cx="39319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892040" y="4005072"/>
            <a:ext cx="164592" cy="164592"/>
          </a:xfrm>
          <a:prstGeom prst="ellipse">
            <a:avLst/>
          </a:prstGeom>
          <a:solidFill>
            <a:srgbClr val="61896E"/>
          </a:solidFill>
          <a:ln/>
        </p:spPr>
      </p:sp>
      <p:sp>
        <p:nvSpPr>
          <p:cNvPr id="15" name="Text 12"/>
          <p:cNvSpPr/>
          <p:nvPr/>
        </p:nvSpPr>
        <p:spPr>
          <a:xfrm>
            <a:off x="5120640" y="397764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2924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GCC — Facility 2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120640" y="42062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GCC &amp; Africa, Asia &amp; Australasia, Eastern Europe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GCC Airport — 250+ direct destinations across 5 continents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457200" y="4846320"/>
            <a:ext cx="8229600" cy="0"/>
          </a:xfrm>
          <a:prstGeom prst="roundRect">
            <a:avLst/>
          </a:prstGeom>
          <a:solidFill>
            <a:srgbClr val="002924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GCC Opportunity</dc:title>
  <dc:subject>PptxGenJS Presentation</dc:subject>
  <dc:creator>Sego Therapeutics</dc:creator>
  <cp:lastModifiedBy>Sego Therapeutics</cp:lastModifiedBy>
  <cp:revision>1</cp:revision>
  <dcterms:created xsi:type="dcterms:W3CDTF">2026-07-13T21:06:50Z</dcterms:created>
  <dcterms:modified xsi:type="dcterms:W3CDTF">2026-07-13T21:06:50Z</dcterms:modified>
</cp:coreProperties>
</file>