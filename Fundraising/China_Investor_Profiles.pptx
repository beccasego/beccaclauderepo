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China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Four investor profiles for Sego China rights and operations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269480" y="1645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931920" cy="347472"/>
          </a:xfrm>
          <a:prstGeom prst="rect">
            <a:avLst/>
          </a:prstGeom>
          <a:solidFill>
            <a:srgbClr val="002924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960120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Radiopharmaceutical Operators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" y="1399032"/>
            <a:ext cx="36027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Own isotope supply, GMP manufacturing, and radiopharmacy distribution in China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NMPA regulatory experience filing radioactive drugs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Sego gains operational infrastructure without a parallel China build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3931920" cy="347472"/>
          </a:xfrm>
          <a:prstGeom prst="rect">
            <a:avLst/>
          </a:prstGeom>
          <a:solidFill>
            <a:srgbClr val="002924"/>
          </a:solidFill>
          <a:ln/>
        </p:spPr>
      </p:sp>
      <p:sp>
        <p:nvSpPr>
          <p:cNvPr id="10" name="Text 8"/>
          <p:cNvSpPr/>
          <p:nvPr/>
        </p:nvSpPr>
        <p:spPr>
          <a:xfrm>
            <a:off x="4919472" y="960120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Oncology Pharma Entering RLT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307592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19472" y="1399032"/>
            <a:ext cx="36027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Clinical site networks with fast enrollment across China’s large prostate cancer population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Established NMPA regulatory teams and oncology commercial reach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Manufacturing capital or existing radiopharma capacity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907792"/>
            <a:ext cx="3931920" cy="347472"/>
          </a:xfrm>
          <a:prstGeom prst="rect">
            <a:avLst/>
          </a:prstGeom>
          <a:solidFill>
            <a:srgbClr val="61896E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907792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Healthcare VC with Deep Connections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55264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" y="3346704"/>
            <a:ext cx="36027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Hospital and KOL relationships across target indications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Reimbursement landscape and regulatory navigation expertise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Capital paired with introductions to operating partners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907792"/>
            <a:ext cx="3931920" cy="347472"/>
          </a:xfrm>
          <a:prstGeom prst="rect">
            <a:avLst/>
          </a:prstGeom>
          <a:solidFill>
            <a:srgbClr val="61896E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2907792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Rare Earth / Radiometal VC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255264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19472" y="3346704"/>
            <a:ext cx="36027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China controls ~60% of global rare earth processing; these investors know the supply chain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Isotope economics literacy: enrichment costs, reactor access, decay logistics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Medical radioisotopes fit their existing thesis and portfolio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China Investor Profiles</dc:title>
  <dc:subject>PptxGenJS Presentation</dc:subject>
  <dc:creator>Sego Therapeutics</dc:creator>
  <cp:lastModifiedBy>Sego Therapeutics</cp:lastModifiedBy>
  <cp:revision>1</cp:revision>
  <dcterms:created xsi:type="dcterms:W3CDTF">2026-05-21T20:53:20Z</dcterms:created>
  <dcterms:modified xsi:type="dcterms:W3CDTF">2026-05-21T20:53:20Z</dcterms:modified>
</cp:coreProperties>
</file>