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China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40233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Sego's China partner search targets four investor profiles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137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Strategic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Financial investors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60520" cy="347472"/>
          </a:xfrm>
          <a:prstGeom prst="rect">
            <a:avLst/>
          </a:prstGeom>
          <a:solidFill>
            <a:srgbClr val="00292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Radiopharmaceutical Operators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4160520" cy="138988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53312"/>
            <a:ext cx="416052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444752"/>
            <a:ext cx="3831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Own isotope supply, GMP manufacturing, and radiopharmacy distribution in China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NMPA regulatory experience filing radioactive drugs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Operational infrastructure without a parallel China build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033272"/>
            <a:ext cx="292608" cy="292608"/>
          </a:xfrm>
          <a:prstGeom prst="ellipse">
            <a:avLst/>
          </a:prstGeom>
          <a:solidFill>
            <a:srgbClr val="D5ED99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1033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4160520" cy="347472"/>
          </a:xfrm>
          <a:prstGeom prst="rect">
            <a:avLst/>
          </a:prstGeom>
          <a:solidFill>
            <a:srgbClr val="002924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0058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Oncology Pharma Entering RLT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353312"/>
            <a:ext cx="4160520" cy="138988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1353312"/>
            <a:ext cx="416052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1444752"/>
            <a:ext cx="3831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Clinical site networks with fast enrollment across China's large PC population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Established NMPA regulatory teams and oncology commercial reach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Manufacturing capital or existing radiopharma capacity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033272"/>
            <a:ext cx="292608" cy="292608"/>
          </a:xfrm>
          <a:prstGeom prst="ellipse">
            <a:avLst/>
          </a:prstGeom>
          <a:solidFill>
            <a:srgbClr val="D5ED99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033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4160520" cy="347472"/>
          </a:xfrm>
          <a:prstGeom prst="rect">
            <a:avLst/>
          </a:prstGeom>
          <a:solidFill>
            <a:srgbClr val="B1C8B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17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Healthcare VC, Deep Connections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364992"/>
            <a:ext cx="4160520" cy="138988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364992"/>
            <a:ext cx="416052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" y="3456432"/>
            <a:ext cx="3831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Hospital and KOL relationships across target indications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Reimbursement landscape and regulatory navigation expertise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Capital paired with introductions to operating partners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3044952"/>
            <a:ext cx="292608" cy="292608"/>
          </a:xfrm>
          <a:prstGeom prst="ellipse">
            <a:avLst/>
          </a:prstGeom>
          <a:solidFill>
            <a:srgbClr val="D5ED99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3017520"/>
            <a:ext cx="4160520" cy="347472"/>
          </a:xfrm>
          <a:prstGeom prst="rect">
            <a:avLst/>
          </a:prstGeom>
          <a:solidFill>
            <a:srgbClr val="B1C8B0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3017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Rare Earth / Radiometal VC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9160" y="3364992"/>
            <a:ext cx="4160520" cy="138988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709160" y="3364992"/>
            <a:ext cx="416052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73752" y="3456432"/>
            <a:ext cx="3831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China controls ~60% of global rare earth processing; supply chain conviction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Isotope economics literacy: enrichment costs, reactor access, decay logistics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Medical radioisotopes fit their existing thesis and portfolio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044952"/>
            <a:ext cx="292608" cy="292608"/>
          </a:xfrm>
          <a:prstGeom prst="ellipse">
            <a:avLst/>
          </a:prstGeom>
          <a:solidFill>
            <a:srgbClr val="D5ED99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Investor Profiles</dc:title>
  <dc:subject>PptxGenJS Presentation</dc:subject>
  <dc:creator>Sego Therapeutics</dc:creator>
  <cp:lastModifiedBy>Sego Therapeutics</cp:lastModifiedBy>
  <cp:revision>1</cp:revision>
  <dcterms:created xsi:type="dcterms:W3CDTF">2026-05-21T20:57:34Z</dcterms:created>
  <dcterms:modified xsi:type="dcterms:W3CDTF">2026-05-21T20:57:34Z</dcterms:modified>
</cp:coreProperties>
</file>