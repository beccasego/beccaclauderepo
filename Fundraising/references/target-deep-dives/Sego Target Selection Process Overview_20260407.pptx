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omments/modernComment_1E3_75449E58.xml" ContentType="application/vnd.ms-powerpoint.comment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67" r:id="rId5"/>
  </p:sldMasterIdLst>
  <p:notesMasterIdLst>
    <p:notesMasterId r:id="rId16"/>
  </p:notesMasterIdLst>
  <p:sldIdLst>
    <p:sldId id="483" r:id="rId6"/>
    <p:sldId id="554" r:id="rId7"/>
    <p:sldId id="494" r:id="rId8"/>
    <p:sldId id="491" r:id="rId9"/>
    <p:sldId id="644" r:id="rId10"/>
    <p:sldId id="551" r:id="rId11"/>
    <p:sldId id="496" r:id="rId12"/>
    <p:sldId id="528" r:id="rId13"/>
    <p:sldId id="498" r:id="rId14"/>
    <p:sldId id="637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3E7231E-D65A-7660-884F-A801964A74DA}" name="Becca Levin" initials="BL" userId="S::BLevin@segotx.com::08c76d0b-4d1f-44f5-8508-8653b2f54768" providerId="AD"/>
  <p188:author id="{94445064-71B3-532D-7356-63484D79DF55}" name="Kirstin Zettlitz" initials="KZ" userId="S::kzettlitz@segotx.com::ed94187f-4964-42f1-b936-14a5f47aff4a" providerId="AD"/>
  <p188:author id="{F8AD646D-C5B5-8D24-8E39-891EDEAA4A11}" name="Richard Tavare" initials="RT" userId="S::RTavare@segotx.com::c4c295fe-002f-4faa-a227-1c0d4cbd61fc" providerId="AD"/>
  <p188:author id="{2EC6969D-662B-A44E-D074-D4E7369444A4}" name="Elizabeth Mitchell" initials="EM" userId="S::emitchell@segotx.com::049308e2-fe35-45a7-be98-5d15c4b5be47" providerId="AD"/>
  <p188:author id="{EE43B0AF-ADC2-B733-F9CA-50A0C930E760}" name="Jeevan Virk" initials="JV" userId="S::JVirk@segotx.com::e4151d08-4059-4e88-b62d-4ccc0b7bab83" providerId="AD"/>
  <p188:author id="{D37D7AB3-C188-8807-901A-40D7FCBD9833}" name="Kirstin Zettlitz" initials="KZ" userId="S::KZettlitz@segotx.com::ed94187f-4964-42f1-b936-14a5f47aff4a" providerId="AD"/>
  <p188:author id="{1B2CCED9-E761-A789-87FA-8A8BE5E75A61}" name="Greg Mullen" initials="GM" userId="S::gmullen@segotx.com::15d9f696-28c4-4111-b985-4ee728509f13" providerId="AD"/>
  <p188:author id="{3A8A40E7-F32A-5E2C-0845-7C9503997434}" name="Greg Mullen" initials="GM" userId="S::GMullen@segotx.com::15d9f696-28c4-4111-b985-4ee728509f1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F3F2"/>
    <a:srgbClr val="002924"/>
    <a:srgbClr val="FF9999"/>
    <a:srgbClr val="3034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C6FE32F-0927-EC31-A0FE-D1B492BAC3A4}" v="4" dt="2026-04-08T14:41:35.00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264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microsoft.com/office/2018/10/relationships/authors" Target="authors.xml"/><Relationship Id="rId10" Type="http://schemas.openxmlformats.org/officeDocument/2006/relationships/slide" Target="slides/slide5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cca Levin" userId="08c76d0b-4d1f-44f5-8508-8653b2f54768" providerId="ADAL" clId="{5AA3B8CE-AFEA-44FA-ACCD-448CA31DFD0A}"/>
    <pc:docChg chg="undo custSel addSld delSld modSld sldOrd">
      <pc:chgData name="Becca Levin" userId="08c76d0b-4d1f-44f5-8508-8653b2f54768" providerId="ADAL" clId="{5AA3B8CE-AFEA-44FA-ACCD-448CA31DFD0A}" dt="2026-04-08T19:10:39.060" v="101" actId="20577"/>
      <pc:docMkLst>
        <pc:docMk/>
      </pc:docMkLst>
      <pc:sldChg chg="del">
        <pc:chgData name="Becca Levin" userId="08c76d0b-4d1f-44f5-8508-8653b2f54768" providerId="ADAL" clId="{5AA3B8CE-AFEA-44FA-ACCD-448CA31DFD0A}" dt="2026-04-07T17:10:25.388" v="94" actId="2696"/>
        <pc:sldMkLst>
          <pc:docMk/>
          <pc:sldMk cId="3137613344" sldId="284"/>
        </pc:sldMkLst>
      </pc:sldChg>
      <pc:sldChg chg="modSp del mod ord">
        <pc:chgData name="Becca Levin" userId="08c76d0b-4d1f-44f5-8508-8653b2f54768" providerId="ADAL" clId="{5AA3B8CE-AFEA-44FA-ACCD-448CA31DFD0A}" dt="2026-04-07T21:24:04.964" v="96" actId="47"/>
        <pc:sldMkLst>
          <pc:docMk/>
          <pc:sldMk cId="3634373843" sldId="326"/>
        </pc:sldMkLst>
        <pc:spChg chg="mod">
          <ac:chgData name="Becca Levin" userId="08c76d0b-4d1f-44f5-8508-8653b2f54768" providerId="ADAL" clId="{5AA3B8CE-AFEA-44FA-ACCD-448CA31DFD0A}" dt="2026-04-07T16:59:15.569" v="92" actId="20577"/>
          <ac:spMkLst>
            <pc:docMk/>
            <pc:sldMk cId="3634373843" sldId="326"/>
            <ac:spMk id="2" creationId="{BCA28BC5-617C-3C5A-72F6-3F44E3A4D268}"/>
          </ac:spMkLst>
        </pc:spChg>
      </pc:sldChg>
      <pc:sldChg chg="del">
        <pc:chgData name="Becca Levin" userId="08c76d0b-4d1f-44f5-8508-8653b2f54768" providerId="ADAL" clId="{5AA3B8CE-AFEA-44FA-ACCD-448CA31DFD0A}" dt="2026-04-07T18:03:40.154" v="95" actId="2696"/>
        <pc:sldMkLst>
          <pc:docMk/>
          <pc:sldMk cId="808013063" sldId="350"/>
        </pc:sldMkLst>
      </pc:sldChg>
      <pc:sldChg chg="del">
        <pc:chgData name="Becca Levin" userId="08c76d0b-4d1f-44f5-8508-8653b2f54768" providerId="ADAL" clId="{5AA3B8CE-AFEA-44FA-ACCD-448CA31DFD0A}" dt="2026-04-07T18:03:40.154" v="95" actId="2696"/>
        <pc:sldMkLst>
          <pc:docMk/>
          <pc:sldMk cId="1837717213" sldId="351"/>
        </pc:sldMkLst>
      </pc:sldChg>
      <pc:sldChg chg="del">
        <pc:chgData name="Becca Levin" userId="08c76d0b-4d1f-44f5-8508-8653b2f54768" providerId="ADAL" clId="{5AA3B8CE-AFEA-44FA-ACCD-448CA31DFD0A}" dt="2026-04-07T17:10:25.388" v="94" actId="2696"/>
        <pc:sldMkLst>
          <pc:docMk/>
          <pc:sldMk cId="2713151835" sldId="368"/>
        </pc:sldMkLst>
      </pc:sldChg>
      <pc:sldChg chg="del">
        <pc:chgData name="Becca Levin" userId="08c76d0b-4d1f-44f5-8508-8653b2f54768" providerId="ADAL" clId="{5AA3B8CE-AFEA-44FA-ACCD-448CA31DFD0A}" dt="2026-04-07T18:03:40.154" v="95" actId="2696"/>
        <pc:sldMkLst>
          <pc:docMk/>
          <pc:sldMk cId="955020319" sldId="478"/>
        </pc:sldMkLst>
      </pc:sldChg>
      <pc:sldChg chg="del">
        <pc:chgData name="Becca Levin" userId="08c76d0b-4d1f-44f5-8508-8653b2f54768" providerId="ADAL" clId="{5AA3B8CE-AFEA-44FA-ACCD-448CA31DFD0A}" dt="2026-04-07T16:57:25" v="0" actId="47"/>
        <pc:sldMkLst>
          <pc:docMk/>
          <pc:sldMk cId="3671637053" sldId="480"/>
        </pc:sldMkLst>
      </pc:sldChg>
      <pc:sldChg chg="modSp mod">
        <pc:chgData name="Becca Levin" userId="08c76d0b-4d1f-44f5-8508-8653b2f54768" providerId="ADAL" clId="{5AA3B8CE-AFEA-44FA-ACCD-448CA31DFD0A}" dt="2026-04-08T19:10:39.060" v="101" actId="20577"/>
        <pc:sldMkLst>
          <pc:docMk/>
          <pc:sldMk cId="1967431256" sldId="483"/>
        </pc:sldMkLst>
        <pc:spChg chg="mod">
          <ac:chgData name="Becca Levin" userId="08c76d0b-4d1f-44f5-8508-8653b2f54768" providerId="ADAL" clId="{5AA3B8CE-AFEA-44FA-ACCD-448CA31DFD0A}" dt="2026-04-08T19:10:39.060" v="101" actId="20577"/>
          <ac:spMkLst>
            <pc:docMk/>
            <pc:sldMk cId="1967431256" sldId="483"/>
            <ac:spMk id="4" creationId="{1BE959E7-CD4A-A5B0-BDCD-DAA2B5B25AB8}"/>
          </ac:spMkLst>
        </pc:spChg>
      </pc:sldChg>
      <pc:sldChg chg="del">
        <pc:chgData name="Becca Levin" userId="08c76d0b-4d1f-44f5-8508-8653b2f54768" providerId="ADAL" clId="{5AA3B8CE-AFEA-44FA-ACCD-448CA31DFD0A}" dt="2026-04-07T16:58:08.792" v="26" actId="47"/>
        <pc:sldMkLst>
          <pc:docMk/>
          <pc:sldMk cId="3076967493" sldId="484"/>
        </pc:sldMkLst>
      </pc:sldChg>
      <pc:sldChg chg="del">
        <pc:chgData name="Becca Levin" userId="08c76d0b-4d1f-44f5-8508-8653b2f54768" providerId="ADAL" clId="{5AA3B8CE-AFEA-44FA-ACCD-448CA31DFD0A}" dt="2026-04-07T16:58:10.560" v="27" actId="47"/>
        <pc:sldMkLst>
          <pc:docMk/>
          <pc:sldMk cId="3736319047" sldId="485"/>
        </pc:sldMkLst>
      </pc:sldChg>
      <pc:sldChg chg="del">
        <pc:chgData name="Becca Levin" userId="08c76d0b-4d1f-44f5-8508-8653b2f54768" providerId="ADAL" clId="{5AA3B8CE-AFEA-44FA-ACCD-448CA31DFD0A}" dt="2026-04-07T16:58:11.158" v="28" actId="47"/>
        <pc:sldMkLst>
          <pc:docMk/>
          <pc:sldMk cId="1516824272" sldId="487"/>
        </pc:sldMkLst>
      </pc:sldChg>
      <pc:sldChg chg="del">
        <pc:chgData name="Becca Levin" userId="08c76d0b-4d1f-44f5-8508-8653b2f54768" providerId="ADAL" clId="{5AA3B8CE-AFEA-44FA-ACCD-448CA31DFD0A}" dt="2026-04-07T16:58:24.760" v="31" actId="47"/>
        <pc:sldMkLst>
          <pc:docMk/>
          <pc:sldMk cId="3459394671" sldId="489"/>
        </pc:sldMkLst>
      </pc:sldChg>
      <pc:sldChg chg="del">
        <pc:chgData name="Becca Levin" userId="08c76d0b-4d1f-44f5-8508-8653b2f54768" providerId="ADAL" clId="{5AA3B8CE-AFEA-44FA-ACCD-448CA31DFD0A}" dt="2026-04-07T16:58:32.835" v="32" actId="47"/>
        <pc:sldMkLst>
          <pc:docMk/>
          <pc:sldMk cId="4264357164" sldId="508"/>
        </pc:sldMkLst>
      </pc:sldChg>
      <pc:sldChg chg="del">
        <pc:chgData name="Becca Levin" userId="08c76d0b-4d1f-44f5-8508-8653b2f54768" providerId="ADAL" clId="{5AA3B8CE-AFEA-44FA-ACCD-448CA31DFD0A}" dt="2026-04-07T18:03:40.154" v="95" actId="2696"/>
        <pc:sldMkLst>
          <pc:docMk/>
          <pc:sldMk cId="2759453684" sldId="509"/>
        </pc:sldMkLst>
      </pc:sldChg>
      <pc:sldChg chg="del">
        <pc:chgData name="Becca Levin" userId="08c76d0b-4d1f-44f5-8508-8653b2f54768" providerId="ADAL" clId="{5AA3B8CE-AFEA-44FA-ACCD-448CA31DFD0A}" dt="2026-04-07T18:03:40.154" v="95" actId="2696"/>
        <pc:sldMkLst>
          <pc:docMk/>
          <pc:sldMk cId="3052582729" sldId="510"/>
        </pc:sldMkLst>
      </pc:sldChg>
      <pc:sldChg chg="del">
        <pc:chgData name="Becca Levin" userId="08c76d0b-4d1f-44f5-8508-8653b2f54768" providerId="ADAL" clId="{5AA3B8CE-AFEA-44FA-ACCD-448CA31DFD0A}" dt="2026-04-07T18:03:40.154" v="95" actId="2696"/>
        <pc:sldMkLst>
          <pc:docMk/>
          <pc:sldMk cId="2874473043" sldId="512"/>
        </pc:sldMkLst>
      </pc:sldChg>
      <pc:sldChg chg="del">
        <pc:chgData name="Becca Levin" userId="08c76d0b-4d1f-44f5-8508-8653b2f54768" providerId="ADAL" clId="{5AA3B8CE-AFEA-44FA-ACCD-448CA31DFD0A}" dt="2026-04-07T18:03:40.154" v="95" actId="2696"/>
        <pc:sldMkLst>
          <pc:docMk/>
          <pc:sldMk cId="2454213451" sldId="513"/>
        </pc:sldMkLst>
      </pc:sldChg>
      <pc:sldChg chg="del">
        <pc:chgData name="Becca Levin" userId="08c76d0b-4d1f-44f5-8508-8653b2f54768" providerId="ADAL" clId="{5AA3B8CE-AFEA-44FA-ACCD-448CA31DFD0A}" dt="2026-04-07T18:03:40.154" v="95" actId="2696"/>
        <pc:sldMkLst>
          <pc:docMk/>
          <pc:sldMk cId="2903041387" sldId="514"/>
        </pc:sldMkLst>
      </pc:sldChg>
      <pc:sldChg chg="del">
        <pc:chgData name="Becca Levin" userId="08c76d0b-4d1f-44f5-8508-8653b2f54768" providerId="ADAL" clId="{5AA3B8CE-AFEA-44FA-ACCD-448CA31DFD0A}" dt="2026-04-07T17:10:25.388" v="94" actId="2696"/>
        <pc:sldMkLst>
          <pc:docMk/>
          <pc:sldMk cId="1954856613" sldId="515"/>
        </pc:sldMkLst>
      </pc:sldChg>
      <pc:sldChg chg="del">
        <pc:chgData name="Becca Levin" userId="08c76d0b-4d1f-44f5-8508-8653b2f54768" providerId="ADAL" clId="{5AA3B8CE-AFEA-44FA-ACCD-448CA31DFD0A}" dt="2026-04-07T17:10:25.388" v="94" actId="2696"/>
        <pc:sldMkLst>
          <pc:docMk/>
          <pc:sldMk cId="1251003085" sldId="517"/>
        </pc:sldMkLst>
      </pc:sldChg>
      <pc:sldChg chg="del">
        <pc:chgData name="Becca Levin" userId="08c76d0b-4d1f-44f5-8508-8653b2f54768" providerId="ADAL" clId="{5AA3B8CE-AFEA-44FA-ACCD-448CA31DFD0A}" dt="2026-04-07T17:10:25.388" v="94" actId="2696"/>
        <pc:sldMkLst>
          <pc:docMk/>
          <pc:sldMk cId="720863078" sldId="518"/>
        </pc:sldMkLst>
      </pc:sldChg>
      <pc:sldChg chg="del">
        <pc:chgData name="Becca Levin" userId="08c76d0b-4d1f-44f5-8508-8653b2f54768" providerId="ADAL" clId="{5AA3B8CE-AFEA-44FA-ACCD-448CA31DFD0A}" dt="2026-04-07T17:10:25.388" v="94" actId="2696"/>
        <pc:sldMkLst>
          <pc:docMk/>
          <pc:sldMk cId="1178899444" sldId="519"/>
        </pc:sldMkLst>
      </pc:sldChg>
      <pc:sldChg chg="del">
        <pc:chgData name="Becca Levin" userId="08c76d0b-4d1f-44f5-8508-8653b2f54768" providerId="ADAL" clId="{5AA3B8CE-AFEA-44FA-ACCD-448CA31DFD0A}" dt="2026-04-07T16:57:25" v="0" actId="47"/>
        <pc:sldMkLst>
          <pc:docMk/>
          <pc:sldMk cId="1860831688" sldId="520"/>
        </pc:sldMkLst>
      </pc:sldChg>
      <pc:sldChg chg="del">
        <pc:chgData name="Becca Levin" userId="08c76d0b-4d1f-44f5-8508-8653b2f54768" providerId="ADAL" clId="{5AA3B8CE-AFEA-44FA-ACCD-448CA31DFD0A}" dt="2026-04-07T17:10:25.388" v="94" actId="2696"/>
        <pc:sldMkLst>
          <pc:docMk/>
          <pc:sldMk cId="2165010904" sldId="523"/>
        </pc:sldMkLst>
      </pc:sldChg>
      <pc:sldChg chg="del">
        <pc:chgData name="Becca Levin" userId="08c76d0b-4d1f-44f5-8508-8653b2f54768" providerId="ADAL" clId="{5AA3B8CE-AFEA-44FA-ACCD-448CA31DFD0A}" dt="2026-04-07T17:10:25.388" v="94" actId="2696"/>
        <pc:sldMkLst>
          <pc:docMk/>
          <pc:sldMk cId="160496349" sldId="524"/>
        </pc:sldMkLst>
      </pc:sldChg>
      <pc:sldChg chg="del">
        <pc:chgData name="Becca Levin" userId="08c76d0b-4d1f-44f5-8508-8653b2f54768" providerId="ADAL" clId="{5AA3B8CE-AFEA-44FA-ACCD-448CA31DFD0A}" dt="2026-04-07T18:03:40.154" v="95" actId="2696"/>
        <pc:sldMkLst>
          <pc:docMk/>
          <pc:sldMk cId="1817007333" sldId="529"/>
        </pc:sldMkLst>
      </pc:sldChg>
      <pc:sldChg chg="del">
        <pc:chgData name="Becca Levin" userId="08c76d0b-4d1f-44f5-8508-8653b2f54768" providerId="ADAL" clId="{5AA3B8CE-AFEA-44FA-ACCD-448CA31DFD0A}" dt="2026-04-07T17:00:36.628" v="93" actId="2696"/>
        <pc:sldMkLst>
          <pc:docMk/>
          <pc:sldMk cId="2825928879" sldId="530"/>
        </pc:sldMkLst>
      </pc:sldChg>
      <pc:sldChg chg="del">
        <pc:chgData name="Becca Levin" userId="08c76d0b-4d1f-44f5-8508-8653b2f54768" providerId="ADAL" clId="{5AA3B8CE-AFEA-44FA-ACCD-448CA31DFD0A}" dt="2026-04-07T17:00:36.628" v="93" actId="2696"/>
        <pc:sldMkLst>
          <pc:docMk/>
          <pc:sldMk cId="2713296703" sldId="531"/>
        </pc:sldMkLst>
      </pc:sldChg>
      <pc:sldChg chg="del">
        <pc:chgData name="Becca Levin" userId="08c76d0b-4d1f-44f5-8508-8653b2f54768" providerId="ADAL" clId="{5AA3B8CE-AFEA-44FA-ACCD-448CA31DFD0A}" dt="2026-04-07T17:00:36.628" v="93" actId="2696"/>
        <pc:sldMkLst>
          <pc:docMk/>
          <pc:sldMk cId="2211317781" sldId="532"/>
        </pc:sldMkLst>
      </pc:sldChg>
      <pc:sldChg chg="del">
        <pc:chgData name="Becca Levin" userId="08c76d0b-4d1f-44f5-8508-8653b2f54768" providerId="ADAL" clId="{5AA3B8CE-AFEA-44FA-ACCD-448CA31DFD0A}" dt="2026-04-07T17:00:36.628" v="93" actId="2696"/>
        <pc:sldMkLst>
          <pc:docMk/>
          <pc:sldMk cId="3226027670" sldId="533"/>
        </pc:sldMkLst>
      </pc:sldChg>
      <pc:sldChg chg="del">
        <pc:chgData name="Becca Levin" userId="08c76d0b-4d1f-44f5-8508-8653b2f54768" providerId="ADAL" clId="{5AA3B8CE-AFEA-44FA-ACCD-448CA31DFD0A}" dt="2026-04-07T17:00:36.628" v="93" actId="2696"/>
        <pc:sldMkLst>
          <pc:docMk/>
          <pc:sldMk cId="394034757" sldId="534"/>
        </pc:sldMkLst>
      </pc:sldChg>
      <pc:sldChg chg="del">
        <pc:chgData name="Becca Levin" userId="08c76d0b-4d1f-44f5-8508-8653b2f54768" providerId="ADAL" clId="{5AA3B8CE-AFEA-44FA-ACCD-448CA31DFD0A}" dt="2026-04-07T17:00:36.628" v="93" actId="2696"/>
        <pc:sldMkLst>
          <pc:docMk/>
          <pc:sldMk cId="4112322013" sldId="535"/>
        </pc:sldMkLst>
      </pc:sldChg>
      <pc:sldChg chg="del">
        <pc:chgData name="Becca Levin" userId="08c76d0b-4d1f-44f5-8508-8653b2f54768" providerId="ADAL" clId="{5AA3B8CE-AFEA-44FA-ACCD-448CA31DFD0A}" dt="2026-04-07T17:00:36.628" v="93" actId="2696"/>
        <pc:sldMkLst>
          <pc:docMk/>
          <pc:sldMk cId="56262192" sldId="536"/>
        </pc:sldMkLst>
      </pc:sldChg>
      <pc:sldChg chg="del">
        <pc:chgData name="Becca Levin" userId="08c76d0b-4d1f-44f5-8508-8653b2f54768" providerId="ADAL" clId="{5AA3B8CE-AFEA-44FA-ACCD-448CA31DFD0A}" dt="2026-04-07T17:00:36.628" v="93" actId="2696"/>
        <pc:sldMkLst>
          <pc:docMk/>
          <pc:sldMk cId="4064160034" sldId="537"/>
        </pc:sldMkLst>
      </pc:sldChg>
      <pc:sldChg chg="add del ord">
        <pc:chgData name="Becca Levin" userId="08c76d0b-4d1f-44f5-8508-8653b2f54768" providerId="ADAL" clId="{5AA3B8CE-AFEA-44FA-ACCD-448CA31DFD0A}" dt="2026-04-07T16:58:19.498" v="30"/>
        <pc:sldMkLst>
          <pc:docMk/>
          <pc:sldMk cId="2404259350" sldId="551"/>
        </pc:sldMkLst>
      </pc:sldChg>
      <pc:sldChg chg="add del ord">
        <pc:chgData name="Becca Levin" userId="08c76d0b-4d1f-44f5-8508-8653b2f54768" providerId="ADAL" clId="{5AA3B8CE-AFEA-44FA-ACCD-448CA31DFD0A}" dt="2026-04-07T16:58:07.158" v="25"/>
        <pc:sldMkLst>
          <pc:docMk/>
          <pc:sldMk cId="1502861075" sldId="554"/>
        </pc:sldMkLst>
      </pc:sldChg>
      <pc:sldChg chg="modSp add del mod ord">
        <pc:chgData name="Becca Levin" userId="08c76d0b-4d1f-44f5-8508-8653b2f54768" providerId="ADAL" clId="{5AA3B8CE-AFEA-44FA-ACCD-448CA31DFD0A}" dt="2026-04-07T21:24:04.964" v="96" actId="47"/>
        <pc:sldMkLst>
          <pc:docMk/>
          <pc:sldMk cId="2027141001" sldId="578"/>
        </pc:sldMkLst>
        <pc:spChg chg="mod">
          <ac:chgData name="Becca Levin" userId="08c76d0b-4d1f-44f5-8508-8653b2f54768" providerId="ADAL" clId="{5AA3B8CE-AFEA-44FA-ACCD-448CA31DFD0A}" dt="2026-04-07T16:57:57.598" v="22"/>
          <ac:spMkLst>
            <pc:docMk/>
            <pc:sldMk cId="2027141001" sldId="578"/>
            <ac:spMk id="20" creationId="{E12C3D89-A84C-0829-63D9-86E2E14F96C9}"/>
          </ac:spMkLst>
        </pc:spChg>
        <pc:spChg chg="mod">
          <ac:chgData name="Becca Levin" userId="08c76d0b-4d1f-44f5-8508-8653b2f54768" providerId="ADAL" clId="{5AA3B8CE-AFEA-44FA-ACCD-448CA31DFD0A}" dt="2026-04-07T16:57:57.598" v="22"/>
          <ac:spMkLst>
            <pc:docMk/>
            <pc:sldMk cId="2027141001" sldId="578"/>
            <ac:spMk id="21" creationId="{739BE2F8-AC31-FE9C-A5BE-7E4ADC2A37E5}"/>
          </ac:spMkLst>
        </pc:spChg>
      </pc:sldChg>
      <pc:sldChg chg="modSp add del mod ord">
        <pc:chgData name="Becca Levin" userId="08c76d0b-4d1f-44f5-8508-8653b2f54768" providerId="ADAL" clId="{5AA3B8CE-AFEA-44FA-ACCD-448CA31DFD0A}" dt="2026-04-07T21:24:04.964" v="96" actId="47"/>
        <pc:sldMkLst>
          <pc:docMk/>
          <pc:sldMk cId="818800546" sldId="583"/>
        </pc:sldMkLst>
        <pc:spChg chg="mod">
          <ac:chgData name="Becca Levin" userId="08c76d0b-4d1f-44f5-8508-8653b2f54768" providerId="ADAL" clId="{5AA3B8CE-AFEA-44FA-ACCD-448CA31DFD0A}" dt="2026-04-07T16:57:57.598" v="22"/>
          <ac:spMkLst>
            <pc:docMk/>
            <pc:sldMk cId="818800546" sldId="583"/>
            <ac:spMk id="20" creationId="{5CE418FB-DEDC-5455-18F1-820272A33292}"/>
          </ac:spMkLst>
        </pc:spChg>
        <pc:spChg chg="mod">
          <ac:chgData name="Becca Levin" userId="08c76d0b-4d1f-44f5-8508-8653b2f54768" providerId="ADAL" clId="{5AA3B8CE-AFEA-44FA-ACCD-448CA31DFD0A}" dt="2026-04-07T16:57:57.598" v="22"/>
          <ac:spMkLst>
            <pc:docMk/>
            <pc:sldMk cId="818800546" sldId="583"/>
            <ac:spMk id="21" creationId="{B34B4B54-2FF7-F74D-A4CB-292BE764731C}"/>
          </ac:spMkLst>
        </pc:spChg>
      </pc:sldChg>
      <pc:sldChg chg="modSp add del mod ord">
        <pc:chgData name="Becca Levin" userId="08c76d0b-4d1f-44f5-8508-8653b2f54768" providerId="ADAL" clId="{5AA3B8CE-AFEA-44FA-ACCD-448CA31DFD0A}" dt="2026-04-07T21:24:04.964" v="96" actId="47"/>
        <pc:sldMkLst>
          <pc:docMk/>
          <pc:sldMk cId="1951833656" sldId="585"/>
        </pc:sldMkLst>
        <pc:spChg chg="mod">
          <ac:chgData name="Becca Levin" userId="08c76d0b-4d1f-44f5-8508-8653b2f54768" providerId="ADAL" clId="{5AA3B8CE-AFEA-44FA-ACCD-448CA31DFD0A}" dt="2026-04-07T16:57:57.598" v="22"/>
          <ac:spMkLst>
            <pc:docMk/>
            <pc:sldMk cId="1951833656" sldId="585"/>
            <ac:spMk id="20" creationId="{9544F0AD-49B2-31CF-C507-01C3571C1A7A}"/>
          </ac:spMkLst>
        </pc:spChg>
        <pc:spChg chg="mod">
          <ac:chgData name="Becca Levin" userId="08c76d0b-4d1f-44f5-8508-8653b2f54768" providerId="ADAL" clId="{5AA3B8CE-AFEA-44FA-ACCD-448CA31DFD0A}" dt="2026-04-07T16:57:57.598" v="22"/>
          <ac:spMkLst>
            <pc:docMk/>
            <pc:sldMk cId="1951833656" sldId="585"/>
            <ac:spMk id="21" creationId="{EC23EBF4-D9AF-D609-FA35-4A5C01890A1C}"/>
          </ac:spMkLst>
        </pc:spChg>
      </pc:sldChg>
      <pc:sldChg chg="modSp add del mod ord">
        <pc:chgData name="Becca Levin" userId="08c76d0b-4d1f-44f5-8508-8653b2f54768" providerId="ADAL" clId="{5AA3B8CE-AFEA-44FA-ACCD-448CA31DFD0A}" dt="2026-04-07T21:24:04.964" v="96" actId="47"/>
        <pc:sldMkLst>
          <pc:docMk/>
          <pc:sldMk cId="1345244246" sldId="595"/>
        </pc:sldMkLst>
        <pc:spChg chg="mod">
          <ac:chgData name="Becca Levin" userId="08c76d0b-4d1f-44f5-8508-8653b2f54768" providerId="ADAL" clId="{5AA3B8CE-AFEA-44FA-ACCD-448CA31DFD0A}" dt="2026-04-07T16:57:57.598" v="22"/>
          <ac:spMkLst>
            <pc:docMk/>
            <pc:sldMk cId="1345244246" sldId="595"/>
            <ac:spMk id="20" creationId="{A913DAAD-0BB3-07EE-531E-1676C18FBC4F}"/>
          </ac:spMkLst>
        </pc:spChg>
        <pc:spChg chg="mod">
          <ac:chgData name="Becca Levin" userId="08c76d0b-4d1f-44f5-8508-8653b2f54768" providerId="ADAL" clId="{5AA3B8CE-AFEA-44FA-ACCD-448CA31DFD0A}" dt="2026-04-07T16:57:57.598" v="22"/>
          <ac:spMkLst>
            <pc:docMk/>
            <pc:sldMk cId="1345244246" sldId="595"/>
            <ac:spMk id="21" creationId="{DBA72C00-921D-CD74-AF62-D0086D6C9EEF}"/>
          </ac:spMkLst>
        </pc:spChg>
      </pc:sldChg>
      <pc:sldChg chg="modSp add del mod ord">
        <pc:chgData name="Becca Levin" userId="08c76d0b-4d1f-44f5-8508-8653b2f54768" providerId="ADAL" clId="{5AA3B8CE-AFEA-44FA-ACCD-448CA31DFD0A}" dt="2026-04-07T21:24:04.964" v="96" actId="47"/>
        <pc:sldMkLst>
          <pc:docMk/>
          <pc:sldMk cId="3765689224" sldId="596"/>
        </pc:sldMkLst>
        <pc:spChg chg="mod">
          <ac:chgData name="Becca Levin" userId="08c76d0b-4d1f-44f5-8508-8653b2f54768" providerId="ADAL" clId="{5AA3B8CE-AFEA-44FA-ACCD-448CA31DFD0A}" dt="2026-04-07T16:57:57.598" v="22"/>
          <ac:spMkLst>
            <pc:docMk/>
            <pc:sldMk cId="3765689224" sldId="596"/>
            <ac:spMk id="20" creationId="{90C1467F-9163-A370-4018-CCC12AEE4B3F}"/>
          </ac:spMkLst>
        </pc:spChg>
        <pc:spChg chg="mod">
          <ac:chgData name="Becca Levin" userId="08c76d0b-4d1f-44f5-8508-8653b2f54768" providerId="ADAL" clId="{5AA3B8CE-AFEA-44FA-ACCD-448CA31DFD0A}" dt="2026-04-07T16:57:57.598" v="22"/>
          <ac:spMkLst>
            <pc:docMk/>
            <pc:sldMk cId="3765689224" sldId="596"/>
            <ac:spMk id="21" creationId="{2FE87C20-9222-EB2F-C131-2AF83E1E55A0}"/>
          </ac:spMkLst>
        </pc:spChg>
      </pc:sldChg>
      <pc:sldChg chg="modSp add del mod ord">
        <pc:chgData name="Becca Levin" userId="08c76d0b-4d1f-44f5-8508-8653b2f54768" providerId="ADAL" clId="{5AA3B8CE-AFEA-44FA-ACCD-448CA31DFD0A}" dt="2026-04-07T21:24:04.964" v="96" actId="47"/>
        <pc:sldMkLst>
          <pc:docMk/>
          <pc:sldMk cId="1073498004" sldId="597"/>
        </pc:sldMkLst>
        <pc:spChg chg="mod">
          <ac:chgData name="Becca Levin" userId="08c76d0b-4d1f-44f5-8508-8653b2f54768" providerId="ADAL" clId="{5AA3B8CE-AFEA-44FA-ACCD-448CA31DFD0A}" dt="2026-04-07T16:57:57.598" v="22"/>
          <ac:spMkLst>
            <pc:docMk/>
            <pc:sldMk cId="1073498004" sldId="597"/>
            <ac:spMk id="20" creationId="{7BABFBDF-7CE8-F70B-6232-4BB081552E68}"/>
          </ac:spMkLst>
        </pc:spChg>
        <pc:spChg chg="mod">
          <ac:chgData name="Becca Levin" userId="08c76d0b-4d1f-44f5-8508-8653b2f54768" providerId="ADAL" clId="{5AA3B8CE-AFEA-44FA-ACCD-448CA31DFD0A}" dt="2026-04-07T16:57:57.598" v="22"/>
          <ac:spMkLst>
            <pc:docMk/>
            <pc:sldMk cId="1073498004" sldId="597"/>
            <ac:spMk id="21" creationId="{443F27FE-D6CD-9F67-D615-AF35655F380B}"/>
          </ac:spMkLst>
        </pc:spChg>
      </pc:sldChg>
      <pc:sldChg chg="delSp modSp add del mod ord">
        <pc:chgData name="Becca Levin" userId="08c76d0b-4d1f-44f5-8508-8653b2f54768" providerId="ADAL" clId="{5AA3B8CE-AFEA-44FA-ACCD-448CA31DFD0A}" dt="2026-04-07T16:58:57.618" v="41" actId="478"/>
        <pc:sldMkLst>
          <pc:docMk/>
          <pc:sldMk cId="67777564" sldId="637"/>
        </pc:sldMkLst>
        <pc:spChg chg="del">
          <ac:chgData name="Becca Levin" userId="08c76d0b-4d1f-44f5-8508-8653b2f54768" providerId="ADAL" clId="{5AA3B8CE-AFEA-44FA-ACCD-448CA31DFD0A}" dt="2026-04-07T16:58:39.400" v="33" actId="478"/>
          <ac:spMkLst>
            <pc:docMk/>
            <pc:sldMk cId="67777564" sldId="637"/>
            <ac:spMk id="2" creationId="{D8CF0263-97E8-9C8D-ADE7-ED0E3AC5738D}"/>
          </ac:spMkLst>
        </pc:spChg>
        <pc:spChg chg="del">
          <ac:chgData name="Becca Levin" userId="08c76d0b-4d1f-44f5-8508-8653b2f54768" providerId="ADAL" clId="{5AA3B8CE-AFEA-44FA-ACCD-448CA31DFD0A}" dt="2026-04-07T16:58:39.400" v="33" actId="478"/>
          <ac:spMkLst>
            <pc:docMk/>
            <pc:sldMk cId="67777564" sldId="637"/>
            <ac:spMk id="3" creationId="{0B4073E2-A238-B54B-6359-5FC1EB2FBA9D}"/>
          </ac:spMkLst>
        </pc:spChg>
        <pc:spChg chg="mod">
          <ac:chgData name="Becca Levin" userId="08c76d0b-4d1f-44f5-8508-8653b2f54768" providerId="ADAL" clId="{5AA3B8CE-AFEA-44FA-ACCD-448CA31DFD0A}" dt="2026-04-07T16:57:57.598" v="22"/>
          <ac:spMkLst>
            <pc:docMk/>
            <pc:sldMk cId="67777564" sldId="637"/>
            <ac:spMk id="5" creationId="{C697F7E9-BA3C-CD98-D9FA-F9E303033412}"/>
          </ac:spMkLst>
        </pc:spChg>
        <pc:spChg chg="mod">
          <ac:chgData name="Becca Levin" userId="08c76d0b-4d1f-44f5-8508-8653b2f54768" providerId="ADAL" clId="{5AA3B8CE-AFEA-44FA-ACCD-448CA31DFD0A}" dt="2026-04-07T16:57:57.598" v="22"/>
          <ac:spMkLst>
            <pc:docMk/>
            <pc:sldMk cId="67777564" sldId="637"/>
            <ac:spMk id="7" creationId="{F0FC93F1-A9D4-9216-8129-1F4C84DCE433}"/>
          </ac:spMkLst>
        </pc:spChg>
        <pc:spChg chg="del">
          <ac:chgData name="Becca Levin" userId="08c76d0b-4d1f-44f5-8508-8653b2f54768" providerId="ADAL" clId="{5AA3B8CE-AFEA-44FA-ACCD-448CA31DFD0A}" dt="2026-04-07T16:58:41.223" v="34" actId="478"/>
          <ac:spMkLst>
            <pc:docMk/>
            <pc:sldMk cId="67777564" sldId="637"/>
            <ac:spMk id="8" creationId="{4A848762-C979-A1C9-60FF-B3AF87903FF2}"/>
          </ac:spMkLst>
        </pc:spChg>
        <pc:spChg chg="del">
          <ac:chgData name="Becca Levin" userId="08c76d0b-4d1f-44f5-8508-8653b2f54768" providerId="ADAL" clId="{5AA3B8CE-AFEA-44FA-ACCD-448CA31DFD0A}" dt="2026-04-07T16:58:39.400" v="33" actId="478"/>
          <ac:spMkLst>
            <pc:docMk/>
            <pc:sldMk cId="67777564" sldId="637"/>
            <ac:spMk id="17" creationId="{4DA1D4C0-E9CE-B339-3DF7-0495B8C176F9}"/>
          </ac:spMkLst>
        </pc:spChg>
        <pc:spChg chg="del">
          <ac:chgData name="Becca Levin" userId="08c76d0b-4d1f-44f5-8508-8653b2f54768" providerId="ADAL" clId="{5AA3B8CE-AFEA-44FA-ACCD-448CA31DFD0A}" dt="2026-04-07T16:58:39.400" v="33" actId="478"/>
          <ac:spMkLst>
            <pc:docMk/>
            <pc:sldMk cId="67777564" sldId="637"/>
            <ac:spMk id="18" creationId="{11B67453-E6F5-996E-83C1-C468735FC9D2}"/>
          </ac:spMkLst>
        </pc:spChg>
        <pc:spChg chg="del">
          <ac:chgData name="Becca Levin" userId="08c76d0b-4d1f-44f5-8508-8653b2f54768" providerId="ADAL" clId="{5AA3B8CE-AFEA-44FA-ACCD-448CA31DFD0A}" dt="2026-04-07T16:58:39.400" v="33" actId="478"/>
          <ac:spMkLst>
            <pc:docMk/>
            <pc:sldMk cId="67777564" sldId="637"/>
            <ac:spMk id="19" creationId="{1E69C336-73E9-31A4-C251-0B169E3E596A}"/>
          </ac:spMkLst>
        </pc:spChg>
        <pc:spChg chg="del">
          <ac:chgData name="Becca Levin" userId="08c76d0b-4d1f-44f5-8508-8653b2f54768" providerId="ADAL" clId="{5AA3B8CE-AFEA-44FA-ACCD-448CA31DFD0A}" dt="2026-04-07T16:58:39.400" v="33" actId="478"/>
          <ac:spMkLst>
            <pc:docMk/>
            <pc:sldMk cId="67777564" sldId="637"/>
            <ac:spMk id="50" creationId="{0FF8BF27-B793-E4EF-9EA8-F0A347028950}"/>
          </ac:spMkLst>
        </pc:spChg>
        <pc:spChg chg="del">
          <ac:chgData name="Becca Levin" userId="08c76d0b-4d1f-44f5-8508-8653b2f54768" providerId="ADAL" clId="{5AA3B8CE-AFEA-44FA-ACCD-448CA31DFD0A}" dt="2026-04-07T16:58:39.400" v="33" actId="478"/>
          <ac:spMkLst>
            <pc:docMk/>
            <pc:sldMk cId="67777564" sldId="637"/>
            <ac:spMk id="52" creationId="{3DE1B3C3-98A7-E274-667A-2BA2523435CA}"/>
          </ac:spMkLst>
        </pc:spChg>
        <pc:spChg chg="del">
          <ac:chgData name="Becca Levin" userId="08c76d0b-4d1f-44f5-8508-8653b2f54768" providerId="ADAL" clId="{5AA3B8CE-AFEA-44FA-ACCD-448CA31DFD0A}" dt="2026-04-07T16:58:39.400" v="33" actId="478"/>
          <ac:spMkLst>
            <pc:docMk/>
            <pc:sldMk cId="67777564" sldId="637"/>
            <ac:spMk id="55" creationId="{E1EF6F14-A6C0-3EC4-F1FE-497B9A195BEE}"/>
          </ac:spMkLst>
        </pc:spChg>
        <pc:spChg chg="del">
          <ac:chgData name="Becca Levin" userId="08c76d0b-4d1f-44f5-8508-8653b2f54768" providerId="ADAL" clId="{5AA3B8CE-AFEA-44FA-ACCD-448CA31DFD0A}" dt="2026-04-07T16:58:39.400" v="33" actId="478"/>
          <ac:spMkLst>
            <pc:docMk/>
            <pc:sldMk cId="67777564" sldId="637"/>
            <ac:spMk id="57" creationId="{833DCF00-5A44-4700-2F44-8E1CB0F6E7A2}"/>
          </ac:spMkLst>
        </pc:spChg>
        <pc:spChg chg="del">
          <ac:chgData name="Becca Levin" userId="08c76d0b-4d1f-44f5-8508-8653b2f54768" providerId="ADAL" clId="{5AA3B8CE-AFEA-44FA-ACCD-448CA31DFD0A}" dt="2026-04-07T16:58:39.400" v="33" actId="478"/>
          <ac:spMkLst>
            <pc:docMk/>
            <pc:sldMk cId="67777564" sldId="637"/>
            <ac:spMk id="58" creationId="{FD1E84A0-1EE7-3C61-E175-5B69EA0B8630}"/>
          </ac:spMkLst>
        </pc:spChg>
        <pc:spChg chg="del">
          <ac:chgData name="Becca Levin" userId="08c76d0b-4d1f-44f5-8508-8653b2f54768" providerId="ADAL" clId="{5AA3B8CE-AFEA-44FA-ACCD-448CA31DFD0A}" dt="2026-04-07T16:58:57.618" v="41" actId="478"/>
          <ac:spMkLst>
            <pc:docMk/>
            <pc:sldMk cId="67777564" sldId="637"/>
            <ac:spMk id="61" creationId="{DF0336F4-EDA1-0E50-9891-9261C27592E7}"/>
          </ac:spMkLst>
        </pc:spChg>
        <pc:spChg chg="del">
          <ac:chgData name="Becca Levin" userId="08c76d0b-4d1f-44f5-8508-8653b2f54768" providerId="ADAL" clId="{5AA3B8CE-AFEA-44FA-ACCD-448CA31DFD0A}" dt="2026-04-07T16:58:57.618" v="41" actId="478"/>
          <ac:spMkLst>
            <pc:docMk/>
            <pc:sldMk cId="67777564" sldId="637"/>
            <ac:spMk id="62" creationId="{FE258F08-05B1-9D78-D4B5-DAF43BF4EDE5}"/>
          </ac:spMkLst>
        </pc:spChg>
        <pc:graphicFrameChg chg="mod modGraphic">
          <ac:chgData name="Becca Levin" userId="08c76d0b-4d1f-44f5-8508-8653b2f54768" providerId="ADAL" clId="{5AA3B8CE-AFEA-44FA-ACCD-448CA31DFD0A}" dt="2026-04-07T16:58:54.018" v="40" actId="20577"/>
          <ac:graphicFrameMkLst>
            <pc:docMk/>
            <pc:sldMk cId="67777564" sldId="637"/>
            <ac:graphicFrameMk id="9" creationId="{654F3663-7A27-ECC6-7ACF-3152EF44BE94}"/>
          </ac:graphicFrameMkLst>
        </pc:graphicFrameChg>
      </pc:sldChg>
      <pc:sldChg chg="modSp add del mod ord">
        <pc:chgData name="Becca Levin" userId="08c76d0b-4d1f-44f5-8508-8653b2f54768" providerId="ADAL" clId="{5AA3B8CE-AFEA-44FA-ACCD-448CA31DFD0A}" dt="2026-04-07T16:58:19.498" v="30"/>
        <pc:sldMkLst>
          <pc:docMk/>
          <pc:sldMk cId="1138060380" sldId="644"/>
        </pc:sldMkLst>
        <pc:spChg chg="mod">
          <ac:chgData name="Becca Levin" userId="08c76d0b-4d1f-44f5-8508-8653b2f54768" providerId="ADAL" clId="{5AA3B8CE-AFEA-44FA-ACCD-448CA31DFD0A}" dt="2026-04-07T16:57:57.598" v="22"/>
          <ac:spMkLst>
            <pc:docMk/>
            <pc:sldMk cId="1138060380" sldId="644"/>
            <ac:spMk id="4" creationId="{9B719C5D-BAA5-1472-FE76-ABFA8DE28AC3}"/>
          </ac:spMkLst>
        </pc:spChg>
        <pc:spChg chg="mod">
          <ac:chgData name="Becca Levin" userId="08c76d0b-4d1f-44f5-8508-8653b2f54768" providerId="ADAL" clId="{5AA3B8CE-AFEA-44FA-ACCD-448CA31DFD0A}" dt="2026-04-07T16:57:57.598" v="22"/>
          <ac:spMkLst>
            <pc:docMk/>
            <pc:sldMk cId="1138060380" sldId="644"/>
            <ac:spMk id="5" creationId="{FADF67AA-DFD8-E002-F52E-2C742E3727B9}"/>
          </ac:spMkLst>
        </pc:spChg>
      </pc:sldChg>
    </pc:docChg>
  </pc:docChgLst>
  <pc:docChgLst>
    <pc:chgData name="Kirstin Zettlitz" userId="S::kzettlitz@segotx.com::ed94187f-4964-42f1-b936-14a5f47aff4a" providerId="AD" clId="Web-{5C6FE32F-0927-EC31-A0FE-D1B492BAC3A4}"/>
    <pc:docChg chg="mod">
      <pc:chgData name="Kirstin Zettlitz" userId="S::kzettlitz@segotx.com::ed94187f-4964-42f1-b936-14a5f47aff4a" providerId="AD" clId="Web-{5C6FE32F-0927-EC31-A0FE-D1B492BAC3A4}" dt="2026-04-08T14:32:16.286" v="0"/>
      <pc:docMkLst>
        <pc:docMk/>
      </pc:docMkLst>
    </pc:docChg>
  </pc:docChgLst>
</pc:chgInfo>
</file>

<file path=ppt/comments/modernComment_1E3_75449E5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361AE42-1923-4E85-AA2D-F673888B83A0}" authorId="{94445064-71B3-532D-7356-63484D79DF55}" status="resolved" created="2026-04-08T14:32:16.286" complete="1000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967431256" sldId="483"/>
      <ac:spMk id="4" creationId="{1BE959E7-CD4A-A5B0-BDCD-DAA2B5B25AB8}"/>
    </ac:deMkLst>
    <p188:txBody>
      <a:bodyPr/>
      <a:lstStyle/>
      <a:p>
        <a:r>
          <a:rPr lang="en-US"/>
          <a:t>change date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7405C9-910F-420E-9140-9BF813847C10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0B63DE-1222-4E4A-B892-95C4E72559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2551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3CB2A5-3625-1A55-4EB9-8C8958DEC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D70EDA-D4E3-035A-709D-2A984FCAF5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D318D7-B718-70F2-559A-254564074F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52FEB2-279D-BDF8-E284-77CFF0D83A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93EC38-1E33-4A22-8A2A-5A6B4EED2BE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6592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BCB5B6-8931-FE99-26E3-859BF7559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432E1F-0A83-D7BE-8E6C-AB65C81465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543825-79B7-D27E-DEA3-DBA38555D5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66B93B-8383-FF58-9BE1-3A7872E397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93EC38-1E33-4A22-8A2A-5A6B4EED2BE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3632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CDB6738-640A-285C-80F7-EBA40DE8F0C0}"/>
              </a:ext>
            </a:extLst>
          </p:cNvPr>
          <p:cNvSpPr/>
          <p:nvPr/>
        </p:nvSpPr>
        <p:spPr>
          <a:xfrm>
            <a:off x="-198582" y="-692727"/>
            <a:ext cx="12589164" cy="693651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1204C1-E901-AD77-DE7C-59D21226D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515" y="1122363"/>
            <a:ext cx="10038485" cy="1870219"/>
          </a:xfrm>
        </p:spPr>
        <p:txBody>
          <a:bodyPr anchor="b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926440-34FF-6B8F-F8AA-3CB4F6F9D0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C9C4D9-2245-6A45-3A6B-9AC657259F5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fld id="{6E66945E-E29C-4A10-8917-9BE476573A98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E75429-B4D5-78E5-BD9B-CC1E613A4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anchor="ctr"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09ECA2-FE9B-B45C-BC7B-112303A0E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fld id="{F4CFF174-0C8B-41F2-9A46-1C3276C99A0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736AE9BE-8563-C614-00B9-06D671AECD41}"/>
              </a:ext>
            </a:extLst>
          </p:cNvPr>
          <p:cNvSpPr/>
          <p:nvPr/>
        </p:nvSpPr>
        <p:spPr>
          <a:xfrm>
            <a:off x="457200" y="457200"/>
            <a:ext cx="871538" cy="300038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>
            <a:extLst>
              <a:ext uri="{FF2B5EF4-FFF2-40B4-BE49-F238E27FC236}">
                <a16:creationId xmlns:a16="http://schemas.microsoft.com/office/drawing/2014/main" id="{52968D7F-126F-2166-45E4-5006D0BF4F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823" y="457200"/>
            <a:ext cx="154974" cy="188378"/>
          </a:xfrm>
          <a:prstGeom prst="rect">
            <a:avLst/>
          </a:prstGeom>
        </p:spPr>
      </p:pic>
      <p:pic>
        <p:nvPicPr>
          <p:cNvPr id="10" name="Image 1" descr="preencoded.png">
            <a:extLst>
              <a:ext uri="{FF2B5EF4-FFF2-40B4-BE49-F238E27FC236}">
                <a16:creationId xmlns:a16="http://schemas.microsoft.com/office/drawing/2014/main" id="{C4C8A8BD-F576-4C5F-081D-87C0BB3B6A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558" y="659529"/>
            <a:ext cx="959" cy="5"/>
          </a:xfrm>
          <a:prstGeom prst="rect">
            <a:avLst/>
          </a:prstGeom>
        </p:spPr>
      </p:pic>
      <p:pic>
        <p:nvPicPr>
          <p:cNvPr id="11" name="Image 2" descr="preencoded.png">
            <a:extLst>
              <a:ext uri="{FF2B5EF4-FFF2-40B4-BE49-F238E27FC236}">
                <a16:creationId xmlns:a16="http://schemas.microsoft.com/office/drawing/2014/main" id="{1E7B4B12-C9E4-E155-3993-625F6FB1E1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274" y="659533"/>
            <a:ext cx="287" cy="5"/>
          </a:xfrm>
          <a:prstGeom prst="rect">
            <a:avLst/>
          </a:prstGeom>
        </p:spPr>
      </p:pic>
      <p:pic>
        <p:nvPicPr>
          <p:cNvPr id="12" name="Image 3" descr="preencoded.png">
            <a:extLst>
              <a:ext uri="{FF2B5EF4-FFF2-40B4-BE49-F238E27FC236}">
                <a16:creationId xmlns:a16="http://schemas.microsoft.com/office/drawing/2014/main" id="{B92E9DCB-F21C-04F7-5F55-34618D4762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747" y="673402"/>
            <a:ext cx="465" cy="5"/>
          </a:xfrm>
          <a:prstGeom prst="rect">
            <a:avLst/>
          </a:prstGeom>
        </p:spPr>
      </p:pic>
      <p:pic>
        <p:nvPicPr>
          <p:cNvPr id="13" name="Image 4" descr="preencoded.png">
            <a:extLst>
              <a:ext uri="{FF2B5EF4-FFF2-40B4-BE49-F238E27FC236}">
                <a16:creationId xmlns:a16="http://schemas.microsoft.com/office/drawing/2014/main" id="{2B422FB9-16AE-8A52-AFD0-F5C0D4C97B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143" y="507676"/>
            <a:ext cx="135918" cy="199280"/>
          </a:xfrm>
          <a:prstGeom prst="rect">
            <a:avLst/>
          </a:prstGeom>
        </p:spPr>
      </p:pic>
      <p:pic>
        <p:nvPicPr>
          <p:cNvPr id="14" name="Image 5" descr="preencoded.png">
            <a:extLst>
              <a:ext uri="{FF2B5EF4-FFF2-40B4-BE49-F238E27FC236}">
                <a16:creationId xmlns:a16="http://schemas.microsoft.com/office/drawing/2014/main" id="{0AE362E8-2180-4F33-99E9-3A63658A55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0416" y="562009"/>
            <a:ext cx="124990" cy="144942"/>
          </a:xfrm>
          <a:prstGeom prst="rect">
            <a:avLst/>
          </a:prstGeom>
        </p:spPr>
      </p:pic>
      <p:pic>
        <p:nvPicPr>
          <p:cNvPr id="15" name="Image 6" descr="preencoded.png">
            <a:extLst>
              <a:ext uri="{FF2B5EF4-FFF2-40B4-BE49-F238E27FC236}">
                <a16:creationId xmlns:a16="http://schemas.microsoft.com/office/drawing/2014/main" id="{05260289-CF13-CF9A-74AC-86175E6B59E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8347" y="561991"/>
            <a:ext cx="130069" cy="195247"/>
          </a:xfrm>
          <a:prstGeom prst="rect">
            <a:avLst/>
          </a:prstGeom>
        </p:spPr>
      </p:pic>
      <p:pic>
        <p:nvPicPr>
          <p:cNvPr id="16" name="Image 7" descr="preencoded.png">
            <a:extLst>
              <a:ext uri="{FF2B5EF4-FFF2-40B4-BE49-F238E27FC236}">
                <a16:creationId xmlns:a16="http://schemas.microsoft.com/office/drawing/2014/main" id="{58C28360-A6BE-8081-38E0-A8C32A75C7C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94934" y="562005"/>
            <a:ext cx="133799" cy="144942"/>
          </a:xfrm>
          <a:prstGeom prst="rect">
            <a:avLst/>
          </a:prstGeom>
        </p:spPr>
      </p:pic>
      <p:pic>
        <p:nvPicPr>
          <p:cNvPr id="17" name="Image 8" descr="preencoded.png">
            <a:extLst>
              <a:ext uri="{FF2B5EF4-FFF2-40B4-BE49-F238E27FC236}">
                <a16:creationId xmlns:a16="http://schemas.microsoft.com/office/drawing/2014/main" id="{ECBAAB9E-CDC2-0FF4-C755-D815B2BB5F7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7092" y="577653"/>
            <a:ext cx="172315" cy="155106"/>
          </a:xfrm>
          <a:prstGeom prst="rect">
            <a:avLst/>
          </a:prstGeom>
        </p:spPr>
      </p:pic>
      <p:pic>
        <p:nvPicPr>
          <p:cNvPr id="18" name="Image 9" descr="preencoded.png">
            <a:extLst>
              <a:ext uri="{FF2B5EF4-FFF2-40B4-BE49-F238E27FC236}">
                <a16:creationId xmlns:a16="http://schemas.microsoft.com/office/drawing/2014/main" id="{58320A9F-196A-AE77-A484-B6E5D507A6D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577648"/>
            <a:ext cx="172315" cy="155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7221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F91E4-0767-757A-6C26-F8C974F5D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7FBE57-1EB4-8357-C896-4AAAD6BCA1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CFE290-1BA8-4866-A227-485B2A536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AA9728-BA0F-E899-0CAD-26BC15062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FF174-0C8B-41F2-9A46-1C3276C99A0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3309DD90-9BA0-57EA-6D6E-750F1C324FC8}"/>
              </a:ext>
            </a:extLst>
          </p:cNvPr>
          <p:cNvSpPr/>
          <p:nvPr/>
        </p:nvSpPr>
        <p:spPr>
          <a:xfrm>
            <a:off x="190500" y="190500"/>
            <a:ext cx="661988" cy="2286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3" descr="preencoded.png">
            <a:extLst>
              <a:ext uri="{FF2B5EF4-FFF2-40B4-BE49-F238E27FC236}">
                <a16:creationId xmlns:a16="http://schemas.microsoft.com/office/drawing/2014/main" id="{B77A0BCF-864C-10EA-E989-AF59B941C2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624" y="190500"/>
            <a:ext cx="117713" cy="143526"/>
          </a:xfrm>
          <a:prstGeom prst="rect">
            <a:avLst/>
          </a:prstGeom>
        </p:spPr>
      </p:pic>
      <p:pic>
        <p:nvPicPr>
          <p:cNvPr id="9" name="Image 4" descr="preencoded.png">
            <a:extLst>
              <a:ext uri="{FF2B5EF4-FFF2-40B4-BE49-F238E27FC236}">
                <a16:creationId xmlns:a16="http://schemas.microsoft.com/office/drawing/2014/main" id="{21522D1E-FB95-FAF3-8759-A998538162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275" y="344655"/>
            <a:ext cx="728" cy="3"/>
          </a:xfrm>
          <a:prstGeom prst="rect">
            <a:avLst/>
          </a:prstGeom>
        </p:spPr>
      </p:pic>
      <p:pic>
        <p:nvPicPr>
          <p:cNvPr id="10" name="Image 5" descr="preencoded.png">
            <a:extLst>
              <a:ext uri="{FF2B5EF4-FFF2-40B4-BE49-F238E27FC236}">
                <a16:creationId xmlns:a16="http://schemas.microsoft.com/office/drawing/2014/main" id="{AA1C6DF3-B2B0-D505-0322-4A74DD286D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059" y="344659"/>
            <a:ext cx="216" cy="3"/>
          </a:xfrm>
          <a:prstGeom prst="rect">
            <a:avLst/>
          </a:prstGeom>
        </p:spPr>
      </p:pic>
      <p:pic>
        <p:nvPicPr>
          <p:cNvPr id="11" name="Image 6" descr="preencoded.png">
            <a:extLst>
              <a:ext uri="{FF2B5EF4-FFF2-40B4-BE49-F238E27FC236}">
                <a16:creationId xmlns:a16="http://schemas.microsoft.com/office/drawing/2014/main" id="{74BB9666-7E16-7635-EFAA-9FE0AADA9D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937" y="355225"/>
            <a:ext cx="352" cy="3"/>
          </a:xfrm>
          <a:prstGeom prst="rect">
            <a:avLst/>
          </a:prstGeom>
        </p:spPr>
      </p:pic>
      <p:pic>
        <p:nvPicPr>
          <p:cNvPr id="12" name="Image 7" descr="preencoded.png">
            <a:extLst>
              <a:ext uri="{FF2B5EF4-FFF2-40B4-BE49-F238E27FC236}">
                <a16:creationId xmlns:a16="http://schemas.microsoft.com/office/drawing/2014/main" id="{7B200AFC-D38E-A7C9-8B60-2AA285B679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227" y="228958"/>
            <a:ext cx="103239" cy="151832"/>
          </a:xfrm>
          <a:prstGeom prst="rect">
            <a:avLst/>
          </a:prstGeom>
        </p:spPr>
      </p:pic>
      <p:pic>
        <p:nvPicPr>
          <p:cNvPr id="13" name="Image 8" descr="preencoded.png">
            <a:extLst>
              <a:ext uri="{FF2B5EF4-FFF2-40B4-BE49-F238E27FC236}">
                <a16:creationId xmlns:a16="http://schemas.microsoft.com/office/drawing/2014/main" id="{B4489371-CEE9-45CF-DAB8-D9E30AE778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532" y="270355"/>
            <a:ext cx="94938" cy="110432"/>
          </a:xfrm>
          <a:prstGeom prst="rect">
            <a:avLst/>
          </a:prstGeom>
        </p:spPr>
      </p:pic>
      <p:pic>
        <p:nvPicPr>
          <p:cNvPr id="14" name="Image 9" descr="preencoded.png">
            <a:extLst>
              <a:ext uri="{FF2B5EF4-FFF2-40B4-BE49-F238E27FC236}">
                <a16:creationId xmlns:a16="http://schemas.microsoft.com/office/drawing/2014/main" id="{073A8A60-1964-06AA-7C7B-D0BF8602401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704" y="270341"/>
            <a:ext cx="98795" cy="148759"/>
          </a:xfrm>
          <a:prstGeom prst="rect">
            <a:avLst/>
          </a:prstGeom>
        </p:spPr>
      </p:pic>
      <p:pic>
        <p:nvPicPr>
          <p:cNvPr id="15" name="Image 10" descr="preencoded.png">
            <a:extLst>
              <a:ext uri="{FF2B5EF4-FFF2-40B4-BE49-F238E27FC236}">
                <a16:creationId xmlns:a16="http://schemas.microsoft.com/office/drawing/2014/main" id="{4413C882-A29F-0E1B-F4E6-DE194B64910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0855" y="270351"/>
            <a:ext cx="101629" cy="110432"/>
          </a:xfrm>
          <a:prstGeom prst="rect">
            <a:avLst/>
          </a:prstGeom>
        </p:spPr>
      </p:pic>
      <p:pic>
        <p:nvPicPr>
          <p:cNvPr id="16" name="Image 11" descr="preencoded.png">
            <a:extLst>
              <a:ext uri="{FF2B5EF4-FFF2-40B4-BE49-F238E27FC236}">
                <a16:creationId xmlns:a16="http://schemas.microsoft.com/office/drawing/2014/main" id="{599359B0-BC5A-2798-D3EE-E906C8FE4AA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1565" y="282273"/>
            <a:ext cx="130884" cy="118176"/>
          </a:xfrm>
          <a:prstGeom prst="rect">
            <a:avLst/>
          </a:prstGeom>
        </p:spPr>
      </p:pic>
      <p:pic>
        <p:nvPicPr>
          <p:cNvPr id="17" name="Image 12" descr="preencoded.png">
            <a:extLst>
              <a:ext uri="{FF2B5EF4-FFF2-40B4-BE49-F238E27FC236}">
                <a16:creationId xmlns:a16="http://schemas.microsoft.com/office/drawing/2014/main" id="{1CAF3264-0793-6CDC-24D3-58AF8DEB374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0500" y="282270"/>
            <a:ext cx="130884" cy="118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19006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94616-8561-6A16-EBE9-6E1A3F96A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6BEDDA-A7B8-93FA-FC2B-91CA7DFAFB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B46D9C-A2DA-90FE-6625-B23D1A90E9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195ACC-39E6-3AC4-3A85-0CF2D69CC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C74000-D324-1C4F-B0DE-8390683A3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FF174-0C8B-41F2-9A46-1C3276C99A0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8ADAABF8-6644-3F36-4FAC-E26B71106E25}"/>
              </a:ext>
            </a:extLst>
          </p:cNvPr>
          <p:cNvSpPr/>
          <p:nvPr/>
        </p:nvSpPr>
        <p:spPr>
          <a:xfrm>
            <a:off x="190500" y="190500"/>
            <a:ext cx="661988" cy="2286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3" descr="preencoded.png">
            <a:extLst>
              <a:ext uri="{FF2B5EF4-FFF2-40B4-BE49-F238E27FC236}">
                <a16:creationId xmlns:a16="http://schemas.microsoft.com/office/drawing/2014/main" id="{D6819D18-280A-59B9-5A82-3AA527A0A2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624" y="190500"/>
            <a:ext cx="117713" cy="143526"/>
          </a:xfrm>
          <a:prstGeom prst="rect">
            <a:avLst/>
          </a:prstGeom>
        </p:spPr>
      </p:pic>
      <p:pic>
        <p:nvPicPr>
          <p:cNvPr id="10" name="Image 4" descr="preencoded.png">
            <a:extLst>
              <a:ext uri="{FF2B5EF4-FFF2-40B4-BE49-F238E27FC236}">
                <a16:creationId xmlns:a16="http://schemas.microsoft.com/office/drawing/2014/main" id="{B3DB3EC3-97C7-8E1A-1C58-F2AB502630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275" y="344655"/>
            <a:ext cx="728" cy="3"/>
          </a:xfrm>
          <a:prstGeom prst="rect">
            <a:avLst/>
          </a:prstGeom>
        </p:spPr>
      </p:pic>
      <p:pic>
        <p:nvPicPr>
          <p:cNvPr id="11" name="Image 5" descr="preencoded.png">
            <a:extLst>
              <a:ext uri="{FF2B5EF4-FFF2-40B4-BE49-F238E27FC236}">
                <a16:creationId xmlns:a16="http://schemas.microsoft.com/office/drawing/2014/main" id="{986AD692-BF7B-E30E-AF4B-29E73B37AD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059" y="344659"/>
            <a:ext cx="216" cy="3"/>
          </a:xfrm>
          <a:prstGeom prst="rect">
            <a:avLst/>
          </a:prstGeom>
        </p:spPr>
      </p:pic>
      <p:pic>
        <p:nvPicPr>
          <p:cNvPr id="12" name="Image 6" descr="preencoded.png">
            <a:extLst>
              <a:ext uri="{FF2B5EF4-FFF2-40B4-BE49-F238E27FC236}">
                <a16:creationId xmlns:a16="http://schemas.microsoft.com/office/drawing/2014/main" id="{1E4B8F00-D927-A3D7-DF8B-9621664C91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937" y="355225"/>
            <a:ext cx="352" cy="3"/>
          </a:xfrm>
          <a:prstGeom prst="rect">
            <a:avLst/>
          </a:prstGeom>
        </p:spPr>
      </p:pic>
      <p:pic>
        <p:nvPicPr>
          <p:cNvPr id="13" name="Image 7" descr="preencoded.png">
            <a:extLst>
              <a:ext uri="{FF2B5EF4-FFF2-40B4-BE49-F238E27FC236}">
                <a16:creationId xmlns:a16="http://schemas.microsoft.com/office/drawing/2014/main" id="{8BE371D4-51AA-A4CA-BCA7-C17F586C33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227" y="228958"/>
            <a:ext cx="103239" cy="151832"/>
          </a:xfrm>
          <a:prstGeom prst="rect">
            <a:avLst/>
          </a:prstGeom>
        </p:spPr>
      </p:pic>
      <p:pic>
        <p:nvPicPr>
          <p:cNvPr id="14" name="Image 8" descr="preencoded.png">
            <a:extLst>
              <a:ext uri="{FF2B5EF4-FFF2-40B4-BE49-F238E27FC236}">
                <a16:creationId xmlns:a16="http://schemas.microsoft.com/office/drawing/2014/main" id="{5ECEAA31-DC84-C536-9A68-FCA883D9D7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532" y="270355"/>
            <a:ext cx="94938" cy="110432"/>
          </a:xfrm>
          <a:prstGeom prst="rect">
            <a:avLst/>
          </a:prstGeom>
        </p:spPr>
      </p:pic>
      <p:pic>
        <p:nvPicPr>
          <p:cNvPr id="15" name="Image 9" descr="preencoded.png">
            <a:extLst>
              <a:ext uri="{FF2B5EF4-FFF2-40B4-BE49-F238E27FC236}">
                <a16:creationId xmlns:a16="http://schemas.microsoft.com/office/drawing/2014/main" id="{62428B7B-F60F-2474-60E5-4419709138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704" y="270341"/>
            <a:ext cx="98795" cy="148759"/>
          </a:xfrm>
          <a:prstGeom prst="rect">
            <a:avLst/>
          </a:prstGeom>
        </p:spPr>
      </p:pic>
      <p:pic>
        <p:nvPicPr>
          <p:cNvPr id="16" name="Image 10" descr="preencoded.png">
            <a:extLst>
              <a:ext uri="{FF2B5EF4-FFF2-40B4-BE49-F238E27FC236}">
                <a16:creationId xmlns:a16="http://schemas.microsoft.com/office/drawing/2014/main" id="{CD30214C-33F4-EF4D-4A77-2669C3D8599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0855" y="270351"/>
            <a:ext cx="101629" cy="110432"/>
          </a:xfrm>
          <a:prstGeom prst="rect">
            <a:avLst/>
          </a:prstGeom>
        </p:spPr>
      </p:pic>
      <p:pic>
        <p:nvPicPr>
          <p:cNvPr id="17" name="Image 11" descr="preencoded.png">
            <a:extLst>
              <a:ext uri="{FF2B5EF4-FFF2-40B4-BE49-F238E27FC236}">
                <a16:creationId xmlns:a16="http://schemas.microsoft.com/office/drawing/2014/main" id="{F652379B-9CF4-1AD1-870C-8D3C19ADC62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1565" y="282273"/>
            <a:ext cx="130884" cy="118176"/>
          </a:xfrm>
          <a:prstGeom prst="rect">
            <a:avLst/>
          </a:prstGeom>
        </p:spPr>
      </p:pic>
      <p:pic>
        <p:nvPicPr>
          <p:cNvPr id="18" name="Image 12" descr="preencoded.png">
            <a:extLst>
              <a:ext uri="{FF2B5EF4-FFF2-40B4-BE49-F238E27FC236}">
                <a16:creationId xmlns:a16="http://schemas.microsoft.com/office/drawing/2014/main" id="{AAB9CA5D-C147-316E-9EA9-CFAF15793DA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0500" y="282270"/>
            <a:ext cx="130884" cy="118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0080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41E4E-8467-05AB-4B28-24FC65159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73AF16-3B94-1554-ADEF-F4AB2AADE2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75CBF1-893D-CA3B-1E82-E42BA520A2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3764CD-180A-9677-3337-000001CB5C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ECCF24-889B-BC14-970F-2418CF0668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B345D6-958F-BEFC-B6F2-D7DC3D403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AE3341-5AE8-5BA8-0437-602286D4E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FF174-0C8B-41F2-9A46-1C3276C99A0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2280E1E3-FBB0-BB01-80DF-10AE73698015}"/>
              </a:ext>
            </a:extLst>
          </p:cNvPr>
          <p:cNvSpPr/>
          <p:nvPr/>
        </p:nvSpPr>
        <p:spPr>
          <a:xfrm>
            <a:off x="190500" y="190500"/>
            <a:ext cx="661988" cy="2286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3" descr="preencoded.png">
            <a:extLst>
              <a:ext uri="{FF2B5EF4-FFF2-40B4-BE49-F238E27FC236}">
                <a16:creationId xmlns:a16="http://schemas.microsoft.com/office/drawing/2014/main" id="{996FDED8-EDA6-9343-D0A1-84BEBDD31D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624" y="190500"/>
            <a:ext cx="117713" cy="143526"/>
          </a:xfrm>
          <a:prstGeom prst="rect">
            <a:avLst/>
          </a:prstGeom>
        </p:spPr>
      </p:pic>
      <p:pic>
        <p:nvPicPr>
          <p:cNvPr id="12" name="Image 4" descr="preencoded.png">
            <a:extLst>
              <a:ext uri="{FF2B5EF4-FFF2-40B4-BE49-F238E27FC236}">
                <a16:creationId xmlns:a16="http://schemas.microsoft.com/office/drawing/2014/main" id="{D83BCB30-36D8-4C72-14EE-F3E2E8F573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275" y="344655"/>
            <a:ext cx="728" cy="3"/>
          </a:xfrm>
          <a:prstGeom prst="rect">
            <a:avLst/>
          </a:prstGeom>
        </p:spPr>
      </p:pic>
      <p:pic>
        <p:nvPicPr>
          <p:cNvPr id="13" name="Image 5" descr="preencoded.png">
            <a:extLst>
              <a:ext uri="{FF2B5EF4-FFF2-40B4-BE49-F238E27FC236}">
                <a16:creationId xmlns:a16="http://schemas.microsoft.com/office/drawing/2014/main" id="{B1AD6F6F-B20E-8D32-FAAB-369A5465E0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059" y="344659"/>
            <a:ext cx="216" cy="3"/>
          </a:xfrm>
          <a:prstGeom prst="rect">
            <a:avLst/>
          </a:prstGeom>
        </p:spPr>
      </p:pic>
      <p:pic>
        <p:nvPicPr>
          <p:cNvPr id="14" name="Image 6" descr="preencoded.png">
            <a:extLst>
              <a:ext uri="{FF2B5EF4-FFF2-40B4-BE49-F238E27FC236}">
                <a16:creationId xmlns:a16="http://schemas.microsoft.com/office/drawing/2014/main" id="{FBDDC6D6-2BEB-31DC-B298-E66E991D55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937" y="355225"/>
            <a:ext cx="352" cy="3"/>
          </a:xfrm>
          <a:prstGeom prst="rect">
            <a:avLst/>
          </a:prstGeom>
        </p:spPr>
      </p:pic>
      <p:pic>
        <p:nvPicPr>
          <p:cNvPr id="15" name="Image 7" descr="preencoded.png">
            <a:extLst>
              <a:ext uri="{FF2B5EF4-FFF2-40B4-BE49-F238E27FC236}">
                <a16:creationId xmlns:a16="http://schemas.microsoft.com/office/drawing/2014/main" id="{59255BD3-C3BE-9A85-5AF2-9BB924428E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227" y="228958"/>
            <a:ext cx="103239" cy="151832"/>
          </a:xfrm>
          <a:prstGeom prst="rect">
            <a:avLst/>
          </a:prstGeom>
        </p:spPr>
      </p:pic>
      <p:pic>
        <p:nvPicPr>
          <p:cNvPr id="16" name="Image 8" descr="preencoded.png">
            <a:extLst>
              <a:ext uri="{FF2B5EF4-FFF2-40B4-BE49-F238E27FC236}">
                <a16:creationId xmlns:a16="http://schemas.microsoft.com/office/drawing/2014/main" id="{05589A3A-6BE4-FDF1-77D1-F2E573CBF8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532" y="270355"/>
            <a:ext cx="94938" cy="110432"/>
          </a:xfrm>
          <a:prstGeom prst="rect">
            <a:avLst/>
          </a:prstGeom>
        </p:spPr>
      </p:pic>
      <p:pic>
        <p:nvPicPr>
          <p:cNvPr id="17" name="Image 9" descr="preencoded.png">
            <a:extLst>
              <a:ext uri="{FF2B5EF4-FFF2-40B4-BE49-F238E27FC236}">
                <a16:creationId xmlns:a16="http://schemas.microsoft.com/office/drawing/2014/main" id="{BB7959B2-981C-3C8F-4F27-DBABC19883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704" y="270341"/>
            <a:ext cx="98795" cy="148759"/>
          </a:xfrm>
          <a:prstGeom prst="rect">
            <a:avLst/>
          </a:prstGeom>
        </p:spPr>
      </p:pic>
      <p:pic>
        <p:nvPicPr>
          <p:cNvPr id="18" name="Image 10" descr="preencoded.png">
            <a:extLst>
              <a:ext uri="{FF2B5EF4-FFF2-40B4-BE49-F238E27FC236}">
                <a16:creationId xmlns:a16="http://schemas.microsoft.com/office/drawing/2014/main" id="{FC3F9996-F09C-CD6B-EFCB-DA8BC9C28F3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0855" y="270351"/>
            <a:ext cx="101629" cy="110432"/>
          </a:xfrm>
          <a:prstGeom prst="rect">
            <a:avLst/>
          </a:prstGeom>
        </p:spPr>
      </p:pic>
      <p:pic>
        <p:nvPicPr>
          <p:cNvPr id="19" name="Image 11" descr="preencoded.png">
            <a:extLst>
              <a:ext uri="{FF2B5EF4-FFF2-40B4-BE49-F238E27FC236}">
                <a16:creationId xmlns:a16="http://schemas.microsoft.com/office/drawing/2014/main" id="{2ED1A265-4A95-F6BF-055E-6E7DF38089D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1565" y="282273"/>
            <a:ext cx="130884" cy="118176"/>
          </a:xfrm>
          <a:prstGeom prst="rect">
            <a:avLst/>
          </a:prstGeom>
        </p:spPr>
      </p:pic>
      <p:pic>
        <p:nvPicPr>
          <p:cNvPr id="20" name="Image 12" descr="preencoded.png">
            <a:extLst>
              <a:ext uri="{FF2B5EF4-FFF2-40B4-BE49-F238E27FC236}">
                <a16:creationId xmlns:a16="http://schemas.microsoft.com/office/drawing/2014/main" id="{8AA81C56-C7C1-8192-BB96-2EAF5E6E65B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0500" y="282270"/>
            <a:ext cx="130884" cy="118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7706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32E9C-AC2F-598A-971D-CB008C399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522642-A407-B802-D9EF-445D10F6B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86E38B-EAD0-FDED-82A1-3CE01F794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FF174-0C8B-41F2-9A46-1C3276C99A0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A16C830E-A360-7AC5-875D-9D5222451EAF}"/>
              </a:ext>
            </a:extLst>
          </p:cNvPr>
          <p:cNvSpPr/>
          <p:nvPr/>
        </p:nvSpPr>
        <p:spPr>
          <a:xfrm>
            <a:off x="190500" y="190500"/>
            <a:ext cx="661988" cy="2286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3" descr="preencoded.png">
            <a:extLst>
              <a:ext uri="{FF2B5EF4-FFF2-40B4-BE49-F238E27FC236}">
                <a16:creationId xmlns:a16="http://schemas.microsoft.com/office/drawing/2014/main" id="{6FA7C61D-AC3B-A5A8-802C-38559A5BCC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624" y="190500"/>
            <a:ext cx="117713" cy="143526"/>
          </a:xfrm>
          <a:prstGeom prst="rect">
            <a:avLst/>
          </a:prstGeom>
        </p:spPr>
      </p:pic>
      <p:pic>
        <p:nvPicPr>
          <p:cNvPr id="8" name="Image 4" descr="preencoded.png">
            <a:extLst>
              <a:ext uri="{FF2B5EF4-FFF2-40B4-BE49-F238E27FC236}">
                <a16:creationId xmlns:a16="http://schemas.microsoft.com/office/drawing/2014/main" id="{6211D501-648C-ABA1-7828-3399D96735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275" y="344655"/>
            <a:ext cx="728" cy="3"/>
          </a:xfrm>
          <a:prstGeom prst="rect">
            <a:avLst/>
          </a:prstGeom>
        </p:spPr>
      </p:pic>
      <p:pic>
        <p:nvPicPr>
          <p:cNvPr id="9" name="Image 5" descr="preencoded.png">
            <a:extLst>
              <a:ext uri="{FF2B5EF4-FFF2-40B4-BE49-F238E27FC236}">
                <a16:creationId xmlns:a16="http://schemas.microsoft.com/office/drawing/2014/main" id="{453193C3-E143-90F7-FFAF-FAE6FF0F81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059" y="344659"/>
            <a:ext cx="216" cy="3"/>
          </a:xfrm>
          <a:prstGeom prst="rect">
            <a:avLst/>
          </a:prstGeom>
        </p:spPr>
      </p:pic>
      <p:pic>
        <p:nvPicPr>
          <p:cNvPr id="10" name="Image 6" descr="preencoded.png">
            <a:extLst>
              <a:ext uri="{FF2B5EF4-FFF2-40B4-BE49-F238E27FC236}">
                <a16:creationId xmlns:a16="http://schemas.microsoft.com/office/drawing/2014/main" id="{CD7967F3-83BC-6097-0C75-DA5DAC5835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937" y="355225"/>
            <a:ext cx="352" cy="3"/>
          </a:xfrm>
          <a:prstGeom prst="rect">
            <a:avLst/>
          </a:prstGeom>
        </p:spPr>
      </p:pic>
      <p:pic>
        <p:nvPicPr>
          <p:cNvPr id="11" name="Image 7" descr="preencoded.png">
            <a:extLst>
              <a:ext uri="{FF2B5EF4-FFF2-40B4-BE49-F238E27FC236}">
                <a16:creationId xmlns:a16="http://schemas.microsoft.com/office/drawing/2014/main" id="{55401895-E400-1D7F-43FA-D0FB891E30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227" y="228958"/>
            <a:ext cx="103239" cy="151832"/>
          </a:xfrm>
          <a:prstGeom prst="rect">
            <a:avLst/>
          </a:prstGeom>
        </p:spPr>
      </p:pic>
      <p:pic>
        <p:nvPicPr>
          <p:cNvPr id="12" name="Image 8" descr="preencoded.png">
            <a:extLst>
              <a:ext uri="{FF2B5EF4-FFF2-40B4-BE49-F238E27FC236}">
                <a16:creationId xmlns:a16="http://schemas.microsoft.com/office/drawing/2014/main" id="{62A5EDCF-DDE8-6DE0-1CC8-819ABA4DB2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532" y="270355"/>
            <a:ext cx="94938" cy="110432"/>
          </a:xfrm>
          <a:prstGeom prst="rect">
            <a:avLst/>
          </a:prstGeom>
        </p:spPr>
      </p:pic>
      <p:pic>
        <p:nvPicPr>
          <p:cNvPr id="13" name="Image 9" descr="preencoded.png">
            <a:extLst>
              <a:ext uri="{FF2B5EF4-FFF2-40B4-BE49-F238E27FC236}">
                <a16:creationId xmlns:a16="http://schemas.microsoft.com/office/drawing/2014/main" id="{BBD93823-B957-25BB-C99E-9354F16883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704" y="270341"/>
            <a:ext cx="98795" cy="148759"/>
          </a:xfrm>
          <a:prstGeom prst="rect">
            <a:avLst/>
          </a:prstGeom>
        </p:spPr>
      </p:pic>
      <p:pic>
        <p:nvPicPr>
          <p:cNvPr id="14" name="Image 10" descr="preencoded.png">
            <a:extLst>
              <a:ext uri="{FF2B5EF4-FFF2-40B4-BE49-F238E27FC236}">
                <a16:creationId xmlns:a16="http://schemas.microsoft.com/office/drawing/2014/main" id="{EBB4ED86-D056-E708-2D02-AE316C12A11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0855" y="270351"/>
            <a:ext cx="101629" cy="110432"/>
          </a:xfrm>
          <a:prstGeom prst="rect">
            <a:avLst/>
          </a:prstGeom>
        </p:spPr>
      </p:pic>
      <p:pic>
        <p:nvPicPr>
          <p:cNvPr id="15" name="Image 11" descr="preencoded.png">
            <a:extLst>
              <a:ext uri="{FF2B5EF4-FFF2-40B4-BE49-F238E27FC236}">
                <a16:creationId xmlns:a16="http://schemas.microsoft.com/office/drawing/2014/main" id="{BDE3193F-5748-17EB-FB7F-C12EC5E806C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1565" y="282273"/>
            <a:ext cx="130884" cy="118176"/>
          </a:xfrm>
          <a:prstGeom prst="rect">
            <a:avLst/>
          </a:prstGeom>
        </p:spPr>
      </p:pic>
      <p:pic>
        <p:nvPicPr>
          <p:cNvPr id="16" name="Image 12" descr="preencoded.png">
            <a:extLst>
              <a:ext uri="{FF2B5EF4-FFF2-40B4-BE49-F238E27FC236}">
                <a16:creationId xmlns:a16="http://schemas.microsoft.com/office/drawing/2014/main" id="{32D52360-BAE5-033B-1495-439B02227C3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0500" y="282270"/>
            <a:ext cx="130884" cy="118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431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38350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Page-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50910-A0C0-68BB-7B53-15FDAD26F0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2258" y="3225776"/>
            <a:ext cx="5070017" cy="828064"/>
          </a:xfrm>
        </p:spPr>
        <p:txBody>
          <a:bodyPr/>
          <a:lstStyle>
            <a:lvl1pPr>
              <a:lnSpc>
                <a:spcPct val="100952"/>
              </a:lnSpc>
              <a:defRPr spc="-26">
                <a:solidFill>
                  <a:schemeClr val="bg1"/>
                </a:solidFill>
              </a:defRPr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.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34FF15-ACE1-BC40-45CB-34D1B57152A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pc="0">
                <a:solidFill>
                  <a:schemeClr val="bg1"/>
                </a:solidFill>
              </a:defRPr>
            </a:lvl1pPr>
          </a:lstStyle>
          <a:p>
            <a:r>
              <a:rPr lang="en-US"/>
              <a:t>Confidential</a:t>
            </a:r>
            <a:endParaRPr lang="en-GB" spc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4EC72E-7D93-4BA5-9C9F-9730CC1FCBB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41E5F93-45D3-472F-9EA1-BCB47A04FF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3" name="Date Placeholder 21" hidden="1">
            <a:extLst>
              <a:ext uri="{FF2B5EF4-FFF2-40B4-BE49-F238E27FC236}">
                <a16:creationId xmlns:a16="http://schemas.microsoft.com/office/drawing/2014/main" id="{538CCEA6-28D6-432F-620A-5FA841D9A6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028045" y="6492240"/>
            <a:ext cx="906780" cy="109776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lang="en-GB" sz="800" spc="-39" smtClean="0">
                <a:solidFill>
                  <a:schemeClr val="tx1"/>
                </a:solidFill>
              </a:defRPr>
            </a:lvl1pPr>
          </a:lstStyle>
          <a:p>
            <a:fld id="{BC01B09E-BD2E-4777-B4D4-F6B540230C58}" type="datetime6">
              <a:rPr lang="en-GB" smtClean="0"/>
              <a:pPr/>
              <a:t>April 26</a:t>
            </a:fld>
            <a:endParaRPr lang="en-GB" sz="800"/>
          </a:p>
        </p:txBody>
      </p:sp>
      <p:grpSp>
        <p:nvGrpSpPr>
          <p:cNvPr id="7" name="Graphic 8">
            <a:extLst>
              <a:ext uri="{FF2B5EF4-FFF2-40B4-BE49-F238E27FC236}">
                <a16:creationId xmlns:a16="http://schemas.microsoft.com/office/drawing/2014/main" id="{CB562FDC-03F1-5521-89C7-C4C12E07C6DB}"/>
              </a:ext>
            </a:extLst>
          </p:cNvPr>
          <p:cNvGrpSpPr/>
          <p:nvPr userDrawn="1"/>
        </p:nvGrpSpPr>
        <p:grpSpPr>
          <a:xfrm>
            <a:off x="257178" y="255588"/>
            <a:ext cx="895347" cy="306976"/>
            <a:chOff x="257178" y="255588"/>
            <a:chExt cx="895347" cy="306976"/>
          </a:xfrm>
          <a:solidFill>
            <a:schemeClr val="bg1"/>
          </a:solidFill>
        </p:grpSpPr>
        <p:sp>
          <p:nvSpPr>
            <p:cNvPr id="8" name="Free-form: Shape 7">
              <a:extLst>
                <a:ext uri="{FF2B5EF4-FFF2-40B4-BE49-F238E27FC236}">
                  <a16:creationId xmlns:a16="http://schemas.microsoft.com/office/drawing/2014/main" id="{2791912A-744B-425D-F110-EFB13F6FAEE4}"/>
                </a:ext>
              </a:extLst>
            </p:cNvPr>
            <p:cNvSpPr/>
            <p:nvPr/>
          </p:nvSpPr>
          <p:spPr>
            <a:xfrm>
              <a:off x="327676" y="255588"/>
              <a:ext cx="159207" cy="192734"/>
            </a:xfrm>
            <a:custGeom>
              <a:avLst/>
              <a:gdLst>
                <a:gd name="connsiteX0" fmla="*/ 158895 w 159207"/>
                <a:gd name="connsiteY0" fmla="*/ 106567 h 192734"/>
                <a:gd name="connsiteX1" fmla="*/ 129009 w 159207"/>
                <a:gd name="connsiteY1" fmla="*/ 48240 h 192734"/>
                <a:gd name="connsiteX2" fmla="*/ 79602 w 159207"/>
                <a:gd name="connsiteY2" fmla="*/ 0 h 192734"/>
                <a:gd name="connsiteX3" fmla="*/ 53905 w 159207"/>
                <a:gd name="connsiteY3" fmla="*/ 23666 h 192734"/>
                <a:gd name="connsiteX4" fmla="*/ 30194 w 159207"/>
                <a:gd name="connsiteY4" fmla="*/ 48240 h 192734"/>
                <a:gd name="connsiteX5" fmla="*/ 308 w 159207"/>
                <a:gd name="connsiteY5" fmla="*/ 106567 h 192734"/>
                <a:gd name="connsiteX6" fmla="*/ 78866 w 159207"/>
                <a:gd name="connsiteY6" fmla="*/ 192728 h 192734"/>
                <a:gd name="connsiteX7" fmla="*/ 81251 w 159207"/>
                <a:gd name="connsiteY7" fmla="*/ 192728 h 192734"/>
                <a:gd name="connsiteX8" fmla="*/ 81699 w 159207"/>
                <a:gd name="connsiteY8" fmla="*/ 192728 h 192734"/>
                <a:gd name="connsiteX9" fmla="*/ 158900 w 159207"/>
                <a:gd name="connsiteY9" fmla="*/ 106567 h 192734"/>
                <a:gd name="connsiteX10" fmla="*/ 158895 w 159207"/>
                <a:gd name="connsiteY10" fmla="*/ 106567 h 192734"/>
                <a:gd name="connsiteX11" fmla="*/ 81308 w 159207"/>
                <a:gd name="connsiteY11" fmla="*/ 179399 h 192734"/>
                <a:gd name="connsiteX12" fmla="*/ 80063 w 159207"/>
                <a:gd name="connsiteY12" fmla="*/ 179399 h 192734"/>
                <a:gd name="connsiteX13" fmla="*/ 79140 w 159207"/>
                <a:gd name="connsiteY13" fmla="*/ 179399 h 192734"/>
                <a:gd name="connsiteX14" fmla="*/ 78866 w 159207"/>
                <a:gd name="connsiteY14" fmla="*/ 179399 h 192734"/>
                <a:gd name="connsiteX15" fmla="*/ 17138 w 159207"/>
                <a:gd name="connsiteY15" fmla="*/ 108254 h 192734"/>
                <a:gd name="connsiteX16" fmla="*/ 43900 w 159207"/>
                <a:gd name="connsiteY16" fmla="*/ 65072 h 192734"/>
                <a:gd name="connsiteX17" fmla="*/ 79606 w 159207"/>
                <a:gd name="connsiteY17" fmla="*/ 29806 h 192734"/>
                <a:gd name="connsiteX18" fmla="*/ 115304 w 159207"/>
                <a:gd name="connsiteY18" fmla="*/ 65072 h 192734"/>
                <a:gd name="connsiteX19" fmla="*/ 142069 w 159207"/>
                <a:gd name="connsiteY19" fmla="*/ 108254 h 192734"/>
                <a:gd name="connsiteX20" fmla="*/ 81312 w 159207"/>
                <a:gd name="connsiteY20" fmla="*/ 179395 h 192734"/>
                <a:gd name="connsiteX21" fmla="*/ 81308 w 159207"/>
                <a:gd name="connsiteY21" fmla="*/ 179399 h 192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59207" h="192734">
                  <a:moveTo>
                    <a:pt x="158895" y="106567"/>
                  </a:moveTo>
                  <a:cubicBezTo>
                    <a:pt x="157656" y="83945"/>
                    <a:pt x="144539" y="66206"/>
                    <a:pt x="129009" y="48240"/>
                  </a:cubicBezTo>
                  <a:cubicBezTo>
                    <a:pt x="114399" y="31347"/>
                    <a:pt x="96852" y="15678"/>
                    <a:pt x="79602" y="0"/>
                  </a:cubicBezTo>
                  <a:cubicBezTo>
                    <a:pt x="70972" y="7837"/>
                    <a:pt x="62272" y="15678"/>
                    <a:pt x="53905" y="23666"/>
                  </a:cubicBezTo>
                  <a:cubicBezTo>
                    <a:pt x="45539" y="31654"/>
                    <a:pt x="37499" y="39798"/>
                    <a:pt x="30194" y="48240"/>
                  </a:cubicBezTo>
                  <a:cubicBezTo>
                    <a:pt x="14664" y="66206"/>
                    <a:pt x="1547" y="83945"/>
                    <a:pt x="308" y="106567"/>
                  </a:cubicBezTo>
                  <a:cubicBezTo>
                    <a:pt x="-3811" y="151328"/>
                    <a:pt x="33997" y="193305"/>
                    <a:pt x="78866" y="192728"/>
                  </a:cubicBezTo>
                  <a:lnTo>
                    <a:pt x="81251" y="192728"/>
                  </a:lnTo>
                  <a:cubicBezTo>
                    <a:pt x="81402" y="192728"/>
                    <a:pt x="81548" y="192728"/>
                    <a:pt x="81699" y="192728"/>
                  </a:cubicBezTo>
                  <a:cubicBezTo>
                    <a:pt x="125974" y="192454"/>
                    <a:pt x="162977" y="150874"/>
                    <a:pt x="158900" y="106567"/>
                  </a:cubicBezTo>
                  <a:lnTo>
                    <a:pt x="158895" y="106567"/>
                  </a:lnTo>
                  <a:close/>
                  <a:moveTo>
                    <a:pt x="81308" y="179399"/>
                  </a:moveTo>
                  <a:cubicBezTo>
                    <a:pt x="80898" y="179399"/>
                    <a:pt x="80478" y="179399"/>
                    <a:pt x="80063" y="179399"/>
                  </a:cubicBezTo>
                  <a:lnTo>
                    <a:pt x="79140" y="179399"/>
                  </a:lnTo>
                  <a:cubicBezTo>
                    <a:pt x="79045" y="179399"/>
                    <a:pt x="78956" y="179399"/>
                    <a:pt x="78866" y="179399"/>
                  </a:cubicBezTo>
                  <a:cubicBezTo>
                    <a:pt x="42353" y="179518"/>
                    <a:pt x="11345" y="144512"/>
                    <a:pt x="17138" y="108254"/>
                  </a:cubicBezTo>
                  <a:cubicBezTo>
                    <a:pt x="19189" y="90355"/>
                    <a:pt x="27672" y="81652"/>
                    <a:pt x="43900" y="65072"/>
                  </a:cubicBezTo>
                  <a:cubicBezTo>
                    <a:pt x="56116" y="52589"/>
                    <a:pt x="68488" y="41963"/>
                    <a:pt x="79606" y="29806"/>
                  </a:cubicBezTo>
                  <a:cubicBezTo>
                    <a:pt x="90720" y="41968"/>
                    <a:pt x="103092" y="52593"/>
                    <a:pt x="115304" y="65072"/>
                  </a:cubicBezTo>
                  <a:cubicBezTo>
                    <a:pt x="131536" y="81658"/>
                    <a:pt x="140020" y="90359"/>
                    <a:pt x="142069" y="108254"/>
                  </a:cubicBezTo>
                  <a:cubicBezTo>
                    <a:pt x="147810" y="144186"/>
                    <a:pt x="117406" y="178899"/>
                    <a:pt x="81312" y="179395"/>
                  </a:cubicBezTo>
                  <a:lnTo>
                    <a:pt x="81308" y="179399"/>
                  </a:lnTo>
                  <a:close/>
                </a:path>
              </a:pathLst>
            </a:custGeom>
            <a:grpFill/>
            <a:ln w="6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" name="Free-form: Shape 8">
              <a:extLst>
                <a:ext uri="{FF2B5EF4-FFF2-40B4-BE49-F238E27FC236}">
                  <a16:creationId xmlns:a16="http://schemas.microsoft.com/office/drawing/2014/main" id="{89270859-3F16-2104-574D-74236AD8FD59}"/>
                </a:ext>
              </a:extLst>
            </p:cNvPr>
            <p:cNvSpPr/>
            <p:nvPr/>
          </p:nvSpPr>
          <p:spPr>
            <a:xfrm>
              <a:off x="380344" y="378826"/>
              <a:ext cx="177022" cy="158693"/>
            </a:xfrm>
            <a:custGeom>
              <a:avLst/>
              <a:gdLst>
                <a:gd name="connsiteX0" fmla="*/ 11643 w 177022"/>
                <a:gd name="connsiteY0" fmla="*/ 37789 h 158693"/>
                <a:gd name="connsiteX1" fmla="*/ 11416 w 177022"/>
                <a:gd name="connsiteY1" fmla="*/ 38176 h 158693"/>
                <a:gd name="connsiteX2" fmla="*/ 10224 w 177022"/>
                <a:gd name="connsiteY2" fmla="*/ 40246 h 158693"/>
                <a:gd name="connsiteX3" fmla="*/ 45346 w 177022"/>
                <a:gd name="connsiteY3" fmla="*/ 151559 h 158693"/>
                <a:gd name="connsiteX4" fmla="*/ 110657 w 177022"/>
                <a:gd name="connsiteY4" fmla="*/ 154768 h 158693"/>
                <a:gd name="connsiteX5" fmla="*/ 143738 w 177022"/>
                <a:gd name="connsiteY5" fmla="*/ 146459 h 158693"/>
                <a:gd name="connsiteX6" fmla="*/ 177022 w 177022"/>
                <a:gd name="connsiteY6" fmla="*/ 135975 h 158693"/>
                <a:gd name="connsiteX7" fmla="*/ 160069 w 177022"/>
                <a:gd name="connsiteY7" fmla="*/ 68937 h 158693"/>
                <a:gd name="connsiteX8" fmla="*/ 124645 w 177022"/>
                <a:gd name="connsiteY8" fmla="*/ 13820 h 158693"/>
                <a:gd name="connsiteX9" fmla="*/ 11643 w 177022"/>
                <a:gd name="connsiteY9" fmla="*/ 37789 h 158693"/>
                <a:gd name="connsiteX10" fmla="*/ 114771 w 177022"/>
                <a:gd name="connsiteY10" fmla="*/ 27593 h 158693"/>
                <a:gd name="connsiteX11" fmla="*/ 138681 w 177022"/>
                <a:gd name="connsiteY11" fmla="*/ 72430 h 158693"/>
                <a:gd name="connsiteX12" fmla="*/ 151288 w 177022"/>
                <a:gd name="connsiteY12" fmla="*/ 121067 h 158693"/>
                <a:gd name="connsiteX13" fmla="*/ 102978 w 177022"/>
                <a:gd name="connsiteY13" fmla="*/ 134444 h 158693"/>
                <a:gd name="connsiteX14" fmla="*/ 52308 w 177022"/>
                <a:gd name="connsiteY14" fmla="*/ 136093 h 158693"/>
                <a:gd name="connsiteX15" fmla="*/ 21733 w 177022"/>
                <a:gd name="connsiteY15" fmla="*/ 46911 h 158693"/>
                <a:gd name="connsiteX16" fmla="*/ 21875 w 177022"/>
                <a:gd name="connsiteY16" fmla="*/ 46675 h 158693"/>
                <a:gd name="connsiteX17" fmla="*/ 22336 w 177022"/>
                <a:gd name="connsiteY17" fmla="*/ 45871 h 158693"/>
                <a:gd name="connsiteX18" fmla="*/ 22959 w 177022"/>
                <a:gd name="connsiteY18" fmla="*/ 44789 h 158693"/>
                <a:gd name="connsiteX19" fmla="*/ 114771 w 177022"/>
                <a:gd name="connsiteY19" fmla="*/ 27589 h 158693"/>
                <a:gd name="connsiteX20" fmla="*/ 114771 w 177022"/>
                <a:gd name="connsiteY20" fmla="*/ 27593 h 158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77022" h="158693">
                  <a:moveTo>
                    <a:pt x="11643" y="37789"/>
                  </a:moveTo>
                  <a:cubicBezTo>
                    <a:pt x="11562" y="37917"/>
                    <a:pt x="11492" y="38044"/>
                    <a:pt x="11416" y="38176"/>
                  </a:cubicBezTo>
                  <a:lnTo>
                    <a:pt x="10224" y="40246"/>
                  </a:lnTo>
                  <a:cubicBezTo>
                    <a:pt x="-12710" y="78934"/>
                    <a:pt x="4634" y="132756"/>
                    <a:pt x="45346" y="151559"/>
                  </a:cubicBezTo>
                  <a:cubicBezTo>
                    <a:pt x="65500" y="161792"/>
                    <a:pt x="87378" y="159272"/>
                    <a:pt x="110657" y="154768"/>
                  </a:cubicBezTo>
                  <a:cubicBezTo>
                    <a:pt x="121600" y="152646"/>
                    <a:pt x="132653" y="149734"/>
                    <a:pt x="143738" y="146459"/>
                  </a:cubicBezTo>
                  <a:cubicBezTo>
                    <a:pt x="154818" y="143183"/>
                    <a:pt x="165942" y="139549"/>
                    <a:pt x="177022" y="135975"/>
                  </a:cubicBezTo>
                  <a:cubicBezTo>
                    <a:pt x="172111" y="113145"/>
                    <a:pt x="167351" y="90075"/>
                    <a:pt x="160069" y="68937"/>
                  </a:cubicBezTo>
                  <a:cubicBezTo>
                    <a:pt x="152320" y="46472"/>
                    <a:pt x="143559" y="26209"/>
                    <a:pt x="124645" y="13820"/>
                  </a:cubicBezTo>
                  <a:cubicBezTo>
                    <a:pt x="88419" y="-11874"/>
                    <a:pt x="34016" y="-525"/>
                    <a:pt x="11643" y="37789"/>
                  </a:cubicBezTo>
                  <a:close/>
                  <a:moveTo>
                    <a:pt x="114771" y="27593"/>
                  </a:moveTo>
                  <a:cubicBezTo>
                    <a:pt x="129202" y="38323"/>
                    <a:pt x="132474" y="50040"/>
                    <a:pt x="138681" y="72430"/>
                  </a:cubicBezTo>
                  <a:cubicBezTo>
                    <a:pt x="143352" y="89276"/>
                    <a:pt x="146339" y="105337"/>
                    <a:pt x="151288" y="121067"/>
                  </a:cubicBezTo>
                  <a:cubicBezTo>
                    <a:pt x="135226" y="124640"/>
                    <a:pt x="119866" y="130076"/>
                    <a:pt x="102978" y="134444"/>
                  </a:cubicBezTo>
                  <a:cubicBezTo>
                    <a:pt x="80544" y="140243"/>
                    <a:pt x="68790" y="143259"/>
                    <a:pt x="52308" y="136093"/>
                  </a:cubicBezTo>
                  <a:cubicBezTo>
                    <a:pt x="18099" y="122996"/>
                    <a:pt x="3376" y="78561"/>
                    <a:pt x="21733" y="46911"/>
                  </a:cubicBezTo>
                  <a:cubicBezTo>
                    <a:pt x="21776" y="46835"/>
                    <a:pt x="21823" y="46755"/>
                    <a:pt x="21875" y="46675"/>
                  </a:cubicBezTo>
                  <a:lnTo>
                    <a:pt x="22336" y="45871"/>
                  </a:lnTo>
                  <a:cubicBezTo>
                    <a:pt x="22539" y="45507"/>
                    <a:pt x="22747" y="45148"/>
                    <a:pt x="22959" y="44789"/>
                  </a:cubicBezTo>
                  <a:cubicBezTo>
                    <a:pt x="41434" y="13692"/>
                    <a:pt x="86610" y="4636"/>
                    <a:pt x="114771" y="27589"/>
                  </a:cubicBezTo>
                  <a:lnTo>
                    <a:pt x="114771" y="27593"/>
                  </a:lnTo>
                  <a:close/>
                </a:path>
              </a:pathLst>
            </a:custGeom>
            <a:grpFill/>
            <a:ln w="6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" name="Free-form: Shape 9">
              <a:extLst>
                <a:ext uri="{FF2B5EF4-FFF2-40B4-BE49-F238E27FC236}">
                  <a16:creationId xmlns:a16="http://schemas.microsoft.com/office/drawing/2014/main" id="{983165A3-2236-5DED-D823-B998BA612380}"/>
                </a:ext>
              </a:extLst>
            </p:cNvPr>
            <p:cNvSpPr/>
            <p:nvPr/>
          </p:nvSpPr>
          <p:spPr>
            <a:xfrm>
              <a:off x="257178" y="378821"/>
              <a:ext cx="177022" cy="158699"/>
            </a:xfrm>
            <a:custGeom>
              <a:avLst/>
              <a:gdLst>
                <a:gd name="connsiteX0" fmla="*/ 52377 w 177022"/>
                <a:gd name="connsiteY0" fmla="*/ 13825 h 158699"/>
                <a:gd name="connsiteX1" fmla="*/ 16953 w 177022"/>
                <a:gd name="connsiteY1" fmla="*/ 68942 h 158699"/>
                <a:gd name="connsiteX2" fmla="*/ 0 w 177022"/>
                <a:gd name="connsiteY2" fmla="*/ 135975 h 158699"/>
                <a:gd name="connsiteX3" fmla="*/ 33284 w 177022"/>
                <a:gd name="connsiteY3" fmla="*/ 146464 h 158699"/>
                <a:gd name="connsiteX4" fmla="*/ 66366 w 177022"/>
                <a:gd name="connsiteY4" fmla="*/ 154773 h 158699"/>
                <a:gd name="connsiteX5" fmla="*/ 131676 w 177022"/>
                <a:gd name="connsiteY5" fmla="*/ 151564 h 158699"/>
                <a:gd name="connsiteX6" fmla="*/ 166798 w 177022"/>
                <a:gd name="connsiteY6" fmla="*/ 40251 h 158699"/>
                <a:gd name="connsiteX7" fmla="*/ 165606 w 177022"/>
                <a:gd name="connsiteY7" fmla="*/ 38177 h 158699"/>
                <a:gd name="connsiteX8" fmla="*/ 165380 w 177022"/>
                <a:gd name="connsiteY8" fmla="*/ 37789 h 158699"/>
                <a:gd name="connsiteX9" fmla="*/ 52377 w 177022"/>
                <a:gd name="connsiteY9" fmla="*/ 13820 h 158699"/>
                <a:gd name="connsiteX10" fmla="*/ 52377 w 177022"/>
                <a:gd name="connsiteY10" fmla="*/ 13825 h 158699"/>
                <a:gd name="connsiteX11" fmla="*/ 154068 w 177022"/>
                <a:gd name="connsiteY11" fmla="*/ 44798 h 158699"/>
                <a:gd name="connsiteX12" fmla="*/ 154690 w 177022"/>
                <a:gd name="connsiteY12" fmla="*/ 45881 h 158699"/>
                <a:gd name="connsiteX13" fmla="*/ 155152 w 177022"/>
                <a:gd name="connsiteY13" fmla="*/ 46684 h 158699"/>
                <a:gd name="connsiteX14" fmla="*/ 155293 w 177022"/>
                <a:gd name="connsiteY14" fmla="*/ 46921 h 158699"/>
                <a:gd name="connsiteX15" fmla="*/ 124719 w 177022"/>
                <a:gd name="connsiteY15" fmla="*/ 136102 h 158699"/>
                <a:gd name="connsiteX16" fmla="*/ 74048 w 177022"/>
                <a:gd name="connsiteY16" fmla="*/ 134453 h 158699"/>
                <a:gd name="connsiteX17" fmla="*/ 25738 w 177022"/>
                <a:gd name="connsiteY17" fmla="*/ 121077 h 158699"/>
                <a:gd name="connsiteX18" fmla="*/ 38346 w 177022"/>
                <a:gd name="connsiteY18" fmla="*/ 72440 h 158699"/>
                <a:gd name="connsiteX19" fmla="*/ 62256 w 177022"/>
                <a:gd name="connsiteY19" fmla="*/ 27603 h 158699"/>
                <a:gd name="connsiteX20" fmla="*/ 154068 w 177022"/>
                <a:gd name="connsiteY20" fmla="*/ 44803 h 158699"/>
                <a:gd name="connsiteX21" fmla="*/ 154068 w 177022"/>
                <a:gd name="connsiteY21" fmla="*/ 44798 h 158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77022" h="158699">
                  <a:moveTo>
                    <a:pt x="52377" y="13825"/>
                  </a:moveTo>
                  <a:cubicBezTo>
                    <a:pt x="33463" y="26213"/>
                    <a:pt x="24702" y="46476"/>
                    <a:pt x="16953" y="68942"/>
                  </a:cubicBezTo>
                  <a:cubicBezTo>
                    <a:pt x="9671" y="90080"/>
                    <a:pt x="4911" y="113150"/>
                    <a:pt x="0" y="135975"/>
                  </a:cubicBezTo>
                  <a:cubicBezTo>
                    <a:pt x="11081" y="139553"/>
                    <a:pt x="22204" y="143188"/>
                    <a:pt x="33284" y="146464"/>
                  </a:cubicBezTo>
                  <a:cubicBezTo>
                    <a:pt x="44365" y="149739"/>
                    <a:pt x="55417" y="152650"/>
                    <a:pt x="66366" y="154773"/>
                  </a:cubicBezTo>
                  <a:cubicBezTo>
                    <a:pt x="89644" y="159277"/>
                    <a:pt x="111518" y="161801"/>
                    <a:pt x="131676" y="151564"/>
                  </a:cubicBezTo>
                  <a:cubicBezTo>
                    <a:pt x="172388" y="132761"/>
                    <a:pt x="189732" y="78934"/>
                    <a:pt x="166798" y="40251"/>
                  </a:cubicBezTo>
                  <a:lnTo>
                    <a:pt x="165606" y="38177"/>
                  </a:lnTo>
                  <a:cubicBezTo>
                    <a:pt x="165530" y="38044"/>
                    <a:pt x="165459" y="37916"/>
                    <a:pt x="165380" y="37789"/>
                  </a:cubicBezTo>
                  <a:cubicBezTo>
                    <a:pt x="143006" y="-525"/>
                    <a:pt x="88598" y="-11874"/>
                    <a:pt x="52377" y="13820"/>
                  </a:cubicBezTo>
                  <a:lnTo>
                    <a:pt x="52377" y="13825"/>
                  </a:lnTo>
                  <a:close/>
                  <a:moveTo>
                    <a:pt x="154068" y="44798"/>
                  </a:moveTo>
                  <a:cubicBezTo>
                    <a:pt x="154275" y="45153"/>
                    <a:pt x="154488" y="45517"/>
                    <a:pt x="154690" y="45881"/>
                  </a:cubicBezTo>
                  <a:lnTo>
                    <a:pt x="155152" y="46684"/>
                  </a:lnTo>
                  <a:cubicBezTo>
                    <a:pt x="155204" y="46765"/>
                    <a:pt x="155251" y="46845"/>
                    <a:pt x="155293" y="46921"/>
                  </a:cubicBezTo>
                  <a:cubicBezTo>
                    <a:pt x="173651" y="78570"/>
                    <a:pt x="158927" y="123005"/>
                    <a:pt x="124719" y="136102"/>
                  </a:cubicBezTo>
                  <a:cubicBezTo>
                    <a:pt x="108237" y="143273"/>
                    <a:pt x="96483" y="140258"/>
                    <a:pt x="74048" y="134453"/>
                  </a:cubicBezTo>
                  <a:cubicBezTo>
                    <a:pt x="57161" y="130086"/>
                    <a:pt x="41801" y="124650"/>
                    <a:pt x="25738" y="121077"/>
                  </a:cubicBezTo>
                  <a:cubicBezTo>
                    <a:pt x="30683" y="105347"/>
                    <a:pt x="33671" y="89285"/>
                    <a:pt x="38346" y="72440"/>
                  </a:cubicBezTo>
                  <a:cubicBezTo>
                    <a:pt x="44553" y="50049"/>
                    <a:pt x="47824" y="38333"/>
                    <a:pt x="62256" y="27603"/>
                  </a:cubicBezTo>
                  <a:cubicBezTo>
                    <a:pt x="90417" y="4650"/>
                    <a:pt x="135593" y="13702"/>
                    <a:pt x="154068" y="44803"/>
                  </a:cubicBezTo>
                  <a:lnTo>
                    <a:pt x="154068" y="44798"/>
                  </a:lnTo>
                  <a:close/>
                </a:path>
              </a:pathLst>
            </a:custGeom>
            <a:grpFill/>
            <a:ln w="6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1" name="Free-form: Shape 10">
              <a:extLst>
                <a:ext uri="{FF2B5EF4-FFF2-40B4-BE49-F238E27FC236}">
                  <a16:creationId xmlns:a16="http://schemas.microsoft.com/office/drawing/2014/main" id="{8F43ADFC-C7F7-447E-7528-B2D251DE959F}"/>
                </a:ext>
              </a:extLst>
            </p:cNvPr>
            <p:cNvSpPr/>
            <p:nvPr/>
          </p:nvSpPr>
          <p:spPr>
            <a:xfrm>
              <a:off x="392123" y="462596"/>
              <a:ext cx="984" cy="4"/>
            </a:xfrm>
            <a:custGeom>
              <a:avLst/>
              <a:gdLst>
                <a:gd name="connsiteX0" fmla="*/ 985 w 984"/>
                <a:gd name="connsiteY0" fmla="*/ 4 h 4"/>
                <a:gd name="connsiteX1" fmla="*/ 0 w 984"/>
                <a:gd name="connsiteY1" fmla="*/ 4 h 4"/>
                <a:gd name="connsiteX2" fmla="*/ 490 w 984"/>
                <a:gd name="connsiteY2" fmla="*/ 0 h 4"/>
                <a:gd name="connsiteX3" fmla="*/ 985 w 984"/>
                <a:gd name="connsiteY3" fmla="*/ 4 h 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4" h="4">
                  <a:moveTo>
                    <a:pt x="985" y="4"/>
                  </a:moveTo>
                  <a:lnTo>
                    <a:pt x="0" y="4"/>
                  </a:lnTo>
                  <a:cubicBezTo>
                    <a:pt x="160" y="4"/>
                    <a:pt x="325" y="0"/>
                    <a:pt x="490" y="0"/>
                  </a:cubicBezTo>
                  <a:cubicBezTo>
                    <a:pt x="655" y="4"/>
                    <a:pt x="820" y="4"/>
                    <a:pt x="985" y="4"/>
                  </a:cubicBezTo>
                  <a:close/>
                </a:path>
              </a:pathLst>
            </a:custGeom>
            <a:grpFill/>
            <a:ln w="6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2" name="Free-form: Shape 11">
              <a:extLst>
                <a:ext uri="{FF2B5EF4-FFF2-40B4-BE49-F238E27FC236}">
                  <a16:creationId xmlns:a16="http://schemas.microsoft.com/office/drawing/2014/main" id="{5E1AB878-C85A-B38C-3580-5EE82627FBF3}"/>
                </a:ext>
              </a:extLst>
            </p:cNvPr>
            <p:cNvSpPr/>
            <p:nvPr/>
          </p:nvSpPr>
          <p:spPr>
            <a:xfrm>
              <a:off x="603750" y="307231"/>
              <a:ext cx="139631" cy="203888"/>
            </a:xfrm>
            <a:custGeom>
              <a:avLst/>
              <a:gdLst>
                <a:gd name="connsiteX0" fmla="*/ 26064 w 139631"/>
                <a:gd name="connsiteY0" fmla="*/ 191362 h 203888"/>
                <a:gd name="connsiteX1" fmla="*/ 0 w 139631"/>
                <a:gd name="connsiteY1" fmla="*/ 159032 h 203888"/>
                <a:gd name="connsiteX2" fmla="*/ 15092 w 139631"/>
                <a:gd name="connsiteY2" fmla="*/ 142248 h 203888"/>
                <a:gd name="connsiteX3" fmla="*/ 17288 w 139631"/>
                <a:gd name="connsiteY3" fmla="*/ 142522 h 203888"/>
                <a:gd name="connsiteX4" fmla="*/ 35942 w 139631"/>
                <a:gd name="connsiteY4" fmla="*/ 177329 h 203888"/>
                <a:gd name="connsiteX5" fmla="*/ 71612 w 139631"/>
                <a:gd name="connsiteY5" fmla="*/ 190398 h 203888"/>
                <a:gd name="connsiteX6" fmla="*/ 105768 w 139631"/>
                <a:gd name="connsiteY6" fmla="*/ 179669 h 203888"/>
                <a:gd name="connsiteX7" fmla="*/ 118800 w 139631"/>
                <a:gd name="connsiteY7" fmla="*/ 151054 h 203888"/>
                <a:gd name="connsiteX8" fmla="*/ 110156 w 139631"/>
                <a:gd name="connsiteY8" fmla="*/ 126017 h 203888"/>
                <a:gd name="connsiteX9" fmla="*/ 84502 w 139631"/>
                <a:gd name="connsiteY9" fmla="*/ 111161 h 203888"/>
                <a:gd name="connsiteX10" fmla="*/ 53773 w 139631"/>
                <a:gd name="connsiteY10" fmla="*/ 101807 h 203888"/>
                <a:gd name="connsiteX11" fmla="*/ 19475 w 139631"/>
                <a:gd name="connsiteY11" fmla="*/ 82546 h 203888"/>
                <a:gd name="connsiteX12" fmla="*/ 7678 w 139631"/>
                <a:gd name="connsiteY12" fmla="*/ 51180 h 203888"/>
                <a:gd name="connsiteX13" fmla="*/ 15770 w 139631"/>
                <a:gd name="connsiteY13" fmla="*/ 24215 h 203888"/>
                <a:gd name="connsiteX14" fmla="*/ 38130 w 139631"/>
                <a:gd name="connsiteY14" fmla="*/ 6329 h 203888"/>
                <a:gd name="connsiteX15" fmla="*/ 70777 w 139631"/>
                <a:gd name="connsiteY15" fmla="*/ 0 h 203888"/>
                <a:gd name="connsiteX16" fmla="*/ 110971 w 139631"/>
                <a:gd name="connsiteY16" fmla="*/ 10181 h 203888"/>
                <a:gd name="connsiteX17" fmla="*/ 134702 w 139631"/>
                <a:gd name="connsiteY17" fmla="*/ 36872 h 203888"/>
                <a:gd name="connsiteX18" fmla="*/ 120982 w 139631"/>
                <a:gd name="connsiteY18" fmla="*/ 53382 h 203888"/>
                <a:gd name="connsiteX19" fmla="*/ 118786 w 139631"/>
                <a:gd name="connsiteY19" fmla="*/ 53108 h 203888"/>
                <a:gd name="connsiteX20" fmla="*/ 101912 w 139631"/>
                <a:gd name="connsiteY20" fmla="*/ 24082 h 203888"/>
                <a:gd name="connsiteX21" fmla="*/ 70773 w 139631"/>
                <a:gd name="connsiteY21" fmla="*/ 13490 h 203888"/>
                <a:gd name="connsiteX22" fmla="*/ 39496 w 139631"/>
                <a:gd name="connsiteY22" fmla="*/ 22707 h 203888"/>
                <a:gd name="connsiteX23" fmla="*/ 27699 w 139631"/>
                <a:gd name="connsiteY23" fmla="*/ 47333 h 203888"/>
                <a:gd name="connsiteX24" fmla="*/ 35928 w 139631"/>
                <a:gd name="connsiteY24" fmla="*/ 68243 h 203888"/>
                <a:gd name="connsiteX25" fmla="*/ 60621 w 139631"/>
                <a:gd name="connsiteY25" fmla="*/ 81175 h 203888"/>
                <a:gd name="connsiteX26" fmla="*/ 92170 w 139631"/>
                <a:gd name="connsiteY26" fmla="*/ 91082 h 203888"/>
                <a:gd name="connsiteX27" fmla="*/ 127425 w 139631"/>
                <a:gd name="connsiteY27" fmla="*/ 111856 h 203888"/>
                <a:gd name="connsiteX28" fmla="*/ 139632 w 139631"/>
                <a:gd name="connsiteY28" fmla="*/ 147211 h 203888"/>
                <a:gd name="connsiteX29" fmla="*/ 130988 w 139631"/>
                <a:gd name="connsiteY29" fmla="*/ 176790 h 203888"/>
                <a:gd name="connsiteX30" fmla="*/ 106706 w 139631"/>
                <a:gd name="connsiteY30" fmla="*/ 196736 h 203888"/>
                <a:gd name="connsiteX31" fmla="*/ 71314 w 139631"/>
                <a:gd name="connsiteY31" fmla="*/ 203888 h 203888"/>
                <a:gd name="connsiteX32" fmla="*/ 26045 w 139631"/>
                <a:gd name="connsiteY32" fmla="*/ 191367 h 203888"/>
                <a:gd name="connsiteX33" fmla="*/ 26064 w 139631"/>
                <a:gd name="connsiteY33" fmla="*/ 191362 h 20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39631" h="203888">
                  <a:moveTo>
                    <a:pt x="26064" y="191362"/>
                  </a:moveTo>
                  <a:cubicBezTo>
                    <a:pt x="12711" y="183015"/>
                    <a:pt x="4020" y="172238"/>
                    <a:pt x="0" y="159032"/>
                  </a:cubicBezTo>
                  <a:lnTo>
                    <a:pt x="15092" y="142248"/>
                  </a:lnTo>
                  <a:lnTo>
                    <a:pt x="17288" y="142522"/>
                  </a:lnTo>
                  <a:cubicBezTo>
                    <a:pt x="19663" y="157014"/>
                    <a:pt x="25884" y="168618"/>
                    <a:pt x="35942" y="177329"/>
                  </a:cubicBezTo>
                  <a:cubicBezTo>
                    <a:pt x="46000" y="186045"/>
                    <a:pt x="57892" y="190398"/>
                    <a:pt x="71612" y="190398"/>
                  </a:cubicBezTo>
                  <a:cubicBezTo>
                    <a:pt x="85332" y="190398"/>
                    <a:pt x="97081" y="186820"/>
                    <a:pt x="105768" y="179669"/>
                  </a:cubicBezTo>
                  <a:cubicBezTo>
                    <a:pt x="114454" y="172513"/>
                    <a:pt x="118800" y="162979"/>
                    <a:pt x="118800" y="151054"/>
                  </a:cubicBezTo>
                  <a:cubicBezTo>
                    <a:pt x="118800" y="140783"/>
                    <a:pt x="115920" y="132440"/>
                    <a:pt x="110156" y="126017"/>
                  </a:cubicBezTo>
                  <a:cubicBezTo>
                    <a:pt x="104396" y="119598"/>
                    <a:pt x="95842" y="114645"/>
                    <a:pt x="84502" y="111161"/>
                  </a:cubicBezTo>
                  <a:lnTo>
                    <a:pt x="53773" y="101807"/>
                  </a:lnTo>
                  <a:cubicBezTo>
                    <a:pt x="38770" y="97038"/>
                    <a:pt x="27341" y="90619"/>
                    <a:pt x="19475" y="82546"/>
                  </a:cubicBezTo>
                  <a:cubicBezTo>
                    <a:pt x="11609" y="74477"/>
                    <a:pt x="7678" y="64022"/>
                    <a:pt x="7678" y="51180"/>
                  </a:cubicBezTo>
                  <a:cubicBezTo>
                    <a:pt x="7678" y="40909"/>
                    <a:pt x="10374" y="31919"/>
                    <a:pt x="15770" y="24215"/>
                  </a:cubicBezTo>
                  <a:cubicBezTo>
                    <a:pt x="21162" y="16510"/>
                    <a:pt x="28619" y="10550"/>
                    <a:pt x="38130" y="6329"/>
                  </a:cubicBezTo>
                  <a:cubicBezTo>
                    <a:pt x="47636" y="2113"/>
                    <a:pt x="58523" y="0"/>
                    <a:pt x="70777" y="0"/>
                  </a:cubicBezTo>
                  <a:cubicBezTo>
                    <a:pt x="85775" y="0"/>
                    <a:pt x="99174" y="3398"/>
                    <a:pt x="110971" y="10181"/>
                  </a:cubicBezTo>
                  <a:cubicBezTo>
                    <a:pt x="122768" y="16969"/>
                    <a:pt x="130677" y="25864"/>
                    <a:pt x="134702" y="36872"/>
                  </a:cubicBezTo>
                  <a:lnTo>
                    <a:pt x="120982" y="53382"/>
                  </a:lnTo>
                  <a:lnTo>
                    <a:pt x="118786" y="53108"/>
                  </a:lnTo>
                  <a:cubicBezTo>
                    <a:pt x="116042" y="40819"/>
                    <a:pt x="110419" y="31144"/>
                    <a:pt x="101912" y="24082"/>
                  </a:cubicBezTo>
                  <a:cubicBezTo>
                    <a:pt x="93405" y="17021"/>
                    <a:pt x="83022" y="13490"/>
                    <a:pt x="70773" y="13490"/>
                  </a:cubicBezTo>
                  <a:cubicBezTo>
                    <a:pt x="57783" y="13490"/>
                    <a:pt x="47357" y="16562"/>
                    <a:pt x="39496" y="22707"/>
                  </a:cubicBezTo>
                  <a:cubicBezTo>
                    <a:pt x="31630" y="28856"/>
                    <a:pt x="27699" y="37062"/>
                    <a:pt x="27699" y="47333"/>
                  </a:cubicBezTo>
                  <a:cubicBezTo>
                    <a:pt x="27699" y="55959"/>
                    <a:pt x="30442" y="62926"/>
                    <a:pt x="35928" y="68243"/>
                  </a:cubicBezTo>
                  <a:cubicBezTo>
                    <a:pt x="41414" y="73566"/>
                    <a:pt x="49648" y="77871"/>
                    <a:pt x="60621" y="81175"/>
                  </a:cubicBezTo>
                  <a:lnTo>
                    <a:pt x="92170" y="91082"/>
                  </a:lnTo>
                  <a:cubicBezTo>
                    <a:pt x="107535" y="95856"/>
                    <a:pt x="119285" y="102776"/>
                    <a:pt x="127425" y="111856"/>
                  </a:cubicBezTo>
                  <a:cubicBezTo>
                    <a:pt x="135559" y="120936"/>
                    <a:pt x="139632" y="132724"/>
                    <a:pt x="139632" y="147211"/>
                  </a:cubicBezTo>
                  <a:cubicBezTo>
                    <a:pt x="139632" y="158403"/>
                    <a:pt x="136752" y="168259"/>
                    <a:pt x="130988" y="176790"/>
                  </a:cubicBezTo>
                  <a:cubicBezTo>
                    <a:pt x="125224" y="185322"/>
                    <a:pt x="117131" y="191972"/>
                    <a:pt x="106706" y="196736"/>
                  </a:cubicBezTo>
                  <a:cubicBezTo>
                    <a:pt x="96280" y="201506"/>
                    <a:pt x="84483" y="203888"/>
                    <a:pt x="71314" y="203888"/>
                  </a:cubicBezTo>
                  <a:cubicBezTo>
                    <a:pt x="54484" y="203888"/>
                    <a:pt x="39393" y="199719"/>
                    <a:pt x="26045" y="191367"/>
                  </a:cubicBezTo>
                  <a:lnTo>
                    <a:pt x="26064" y="191362"/>
                  </a:lnTo>
                  <a:close/>
                </a:path>
              </a:pathLst>
            </a:custGeom>
            <a:grpFill/>
            <a:ln w="6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-form: Shape 12">
              <a:extLst>
                <a:ext uri="{FF2B5EF4-FFF2-40B4-BE49-F238E27FC236}">
                  <a16:creationId xmlns:a16="http://schemas.microsoft.com/office/drawing/2014/main" id="{71061D67-2C92-6676-B691-D0C3162E6895}"/>
                </a:ext>
              </a:extLst>
            </p:cNvPr>
            <p:cNvSpPr/>
            <p:nvPr/>
          </p:nvSpPr>
          <p:spPr>
            <a:xfrm>
              <a:off x="753597" y="362822"/>
              <a:ext cx="128404" cy="148293"/>
            </a:xfrm>
            <a:custGeom>
              <a:avLst/>
              <a:gdLst>
                <a:gd name="connsiteX0" fmla="*/ 27713 w 128404"/>
                <a:gd name="connsiteY0" fmla="*/ 104128 h 148293"/>
                <a:gd name="connsiteX1" fmla="*/ 45821 w 128404"/>
                <a:gd name="connsiteY1" fmla="*/ 125038 h 148293"/>
                <a:gd name="connsiteX2" fmla="*/ 71338 w 128404"/>
                <a:gd name="connsiteY2" fmla="*/ 132332 h 148293"/>
                <a:gd name="connsiteX3" fmla="*/ 117154 w 128404"/>
                <a:gd name="connsiteY3" fmla="*/ 97388 h 148293"/>
                <a:gd name="connsiteX4" fmla="*/ 128405 w 128404"/>
                <a:gd name="connsiteY4" fmla="*/ 100966 h 148293"/>
                <a:gd name="connsiteX5" fmla="*/ 106865 w 128404"/>
                <a:gd name="connsiteY5" fmla="*/ 135499 h 148293"/>
                <a:gd name="connsiteX6" fmla="*/ 67770 w 128404"/>
                <a:gd name="connsiteY6" fmla="*/ 148293 h 148293"/>
                <a:gd name="connsiteX7" fmla="*/ 32516 w 128404"/>
                <a:gd name="connsiteY7" fmla="*/ 138665 h 148293"/>
                <a:gd name="connsiteX8" fmla="*/ 8507 w 128404"/>
                <a:gd name="connsiteY8" fmla="*/ 112115 h 148293"/>
                <a:gd name="connsiteX9" fmla="*/ 0 w 128404"/>
                <a:gd name="connsiteY9" fmla="*/ 74009 h 148293"/>
                <a:gd name="connsiteX10" fmla="*/ 8229 w 128404"/>
                <a:gd name="connsiteY10" fmla="*/ 36178 h 148293"/>
                <a:gd name="connsiteX11" fmla="*/ 31413 w 128404"/>
                <a:gd name="connsiteY11" fmla="*/ 9628 h 148293"/>
                <a:gd name="connsiteX12" fmla="*/ 66121 w 128404"/>
                <a:gd name="connsiteY12" fmla="*/ 0 h 148293"/>
                <a:gd name="connsiteX13" fmla="*/ 102199 w 128404"/>
                <a:gd name="connsiteY13" fmla="*/ 10044 h 148293"/>
                <a:gd name="connsiteX14" fmla="*/ 122230 w 128404"/>
                <a:gd name="connsiteY14" fmla="*/ 36182 h 148293"/>
                <a:gd name="connsiteX15" fmla="*/ 127033 w 128404"/>
                <a:gd name="connsiteY15" fmla="*/ 70436 h 148293"/>
                <a:gd name="connsiteX16" fmla="*/ 21129 w 128404"/>
                <a:gd name="connsiteY16" fmla="*/ 70436 h 148293"/>
                <a:gd name="connsiteX17" fmla="*/ 21129 w 128404"/>
                <a:gd name="connsiteY17" fmla="*/ 72360 h 148293"/>
                <a:gd name="connsiteX18" fmla="*/ 27713 w 128404"/>
                <a:gd name="connsiteY18" fmla="*/ 104142 h 148293"/>
                <a:gd name="connsiteX19" fmla="*/ 27713 w 128404"/>
                <a:gd name="connsiteY19" fmla="*/ 104128 h 148293"/>
                <a:gd name="connsiteX20" fmla="*/ 105909 w 128404"/>
                <a:gd name="connsiteY20" fmla="*/ 58865 h 148293"/>
                <a:gd name="connsiteX21" fmla="*/ 94386 w 128404"/>
                <a:gd name="connsiteY21" fmla="*/ 25297 h 148293"/>
                <a:gd name="connsiteX22" fmla="*/ 66125 w 128404"/>
                <a:gd name="connsiteY22" fmla="*/ 11817 h 148293"/>
                <a:gd name="connsiteX23" fmla="*/ 36904 w 128404"/>
                <a:gd name="connsiteY23" fmla="*/ 25022 h 148293"/>
                <a:gd name="connsiteX24" fmla="*/ 22227 w 128404"/>
                <a:gd name="connsiteY24" fmla="*/ 58865 h 148293"/>
                <a:gd name="connsiteX25" fmla="*/ 105909 w 128404"/>
                <a:gd name="connsiteY25" fmla="*/ 58865 h 148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28404" h="148293">
                  <a:moveTo>
                    <a:pt x="27713" y="104128"/>
                  </a:moveTo>
                  <a:cubicBezTo>
                    <a:pt x="32101" y="113208"/>
                    <a:pt x="38139" y="120179"/>
                    <a:pt x="45821" y="125038"/>
                  </a:cubicBezTo>
                  <a:cubicBezTo>
                    <a:pt x="53503" y="129902"/>
                    <a:pt x="62010" y="132332"/>
                    <a:pt x="71338" y="132332"/>
                  </a:cubicBezTo>
                  <a:cubicBezTo>
                    <a:pt x="93834" y="132332"/>
                    <a:pt x="109104" y="120685"/>
                    <a:pt x="117154" y="97388"/>
                  </a:cubicBezTo>
                  <a:lnTo>
                    <a:pt x="128405" y="100966"/>
                  </a:lnTo>
                  <a:cubicBezTo>
                    <a:pt x="124742" y="115458"/>
                    <a:pt x="117569" y="126967"/>
                    <a:pt x="106865" y="135499"/>
                  </a:cubicBezTo>
                  <a:cubicBezTo>
                    <a:pt x="96167" y="144025"/>
                    <a:pt x="83135" y="148293"/>
                    <a:pt x="67770" y="148293"/>
                  </a:cubicBezTo>
                  <a:cubicBezTo>
                    <a:pt x="54601" y="148293"/>
                    <a:pt x="42847" y="145084"/>
                    <a:pt x="32516" y="138665"/>
                  </a:cubicBezTo>
                  <a:cubicBezTo>
                    <a:pt x="22180" y="132247"/>
                    <a:pt x="14177" y="123393"/>
                    <a:pt x="8507" y="112115"/>
                  </a:cubicBezTo>
                  <a:cubicBezTo>
                    <a:pt x="2837" y="100833"/>
                    <a:pt x="0" y="88133"/>
                    <a:pt x="0" y="74009"/>
                  </a:cubicBezTo>
                  <a:cubicBezTo>
                    <a:pt x="0" y="59887"/>
                    <a:pt x="2743" y="47460"/>
                    <a:pt x="8229" y="36178"/>
                  </a:cubicBezTo>
                  <a:cubicBezTo>
                    <a:pt x="13715" y="24895"/>
                    <a:pt x="21440" y="16047"/>
                    <a:pt x="31413" y="9628"/>
                  </a:cubicBezTo>
                  <a:cubicBezTo>
                    <a:pt x="41381" y="3209"/>
                    <a:pt x="52952" y="0"/>
                    <a:pt x="66121" y="0"/>
                  </a:cubicBezTo>
                  <a:cubicBezTo>
                    <a:pt x="80750" y="0"/>
                    <a:pt x="92778" y="3351"/>
                    <a:pt x="102199" y="10044"/>
                  </a:cubicBezTo>
                  <a:cubicBezTo>
                    <a:pt x="111616" y="16742"/>
                    <a:pt x="118295" y="25453"/>
                    <a:pt x="122230" y="36182"/>
                  </a:cubicBezTo>
                  <a:cubicBezTo>
                    <a:pt x="126161" y="46912"/>
                    <a:pt x="127759" y="58331"/>
                    <a:pt x="127033" y="70436"/>
                  </a:cubicBezTo>
                  <a:lnTo>
                    <a:pt x="21129" y="70436"/>
                  </a:lnTo>
                  <a:lnTo>
                    <a:pt x="21129" y="72360"/>
                  </a:lnTo>
                  <a:cubicBezTo>
                    <a:pt x="21129" y="84465"/>
                    <a:pt x="23325" y="95062"/>
                    <a:pt x="27713" y="104142"/>
                  </a:cubicBezTo>
                  <a:lnTo>
                    <a:pt x="27713" y="104128"/>
                  </a:lnTo>
                  <a:close/>
                  <a:moveTo>
                    <a:pt x="105909" y="58865"/>
                  </a:moveTo>
                  <a:cubicBezTo>
                    <a:pt x="105362" y="45480"/>
                    <a:pt x="101521" y="34287"/>
                    <a:pt x="94386" y="25297"/>
                  </a:cubicBezTo>
                  <a:cubicBezTo>
                    <a:pt x="87254" y="16311"/>
                    <a:pt x="77828" y="11817"/>
                    <a:pt x="66125" y="11817"/>
                  </a:cubicBezTo>
                  <a:cubicBezTo>
                    <a:pt x="54422" y="11817"/>
                    <a:pt x="44680" y="16217"/>
                    <a:pt x="36904" y="25022"/>
                  </a:cubicBezTo>
                  <a:cubicBezTo>
                    <a:pt x="29127" y="33828"/>
                    <a:pt x="24235" y="45106"/>
                    <a:pt x="22227" y="58865"/>
                  </a:cubicBezTo>
                  <a:lnTo>
                    <a:pt x="105909" y="58865"/>
                  </a:lnTo>
                  <a:close/>
                </a:path>
              </a:pathLst>
            </a:custGeom>
            <a:grpFill/>
            <a:ln w="6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" name="Free-form: Shape 13">
              <a:extLst>
                <a:ext uri="{FF2B5EF4-FFF2-40B4-BE49-F238E27FC236}">
                  <a16:creationId xmlns:a16="http://schemas.microsoft.com/office/drawing/2014/main" id="{2C5BED9F-A69D-4C82-E00C-5A9A9FD9EC99}"/>
                </a:ext>
              </a:extLst>
            </p:cNvPr>
            <p:cNvSpPr/>
            <p:nvPr/>
          </p:nvSpPr>
          <p:spPr>
            <a:xfrm>
              <a:off x="885962" y="362801"/>
              <a:ext cx="133622" cy="199762"/>
            </a:xfrm>
            <a:custGeom>
              <a:avLst/>
              <a:gdLst>
                <a:gd name="connsiteX0" fmla="*/ 17144 w 133622"/>
                <a:gd name="connsiteY0" fmla="*/ 190408 h 199762"/>
                <a:gd name="connsiteX1" fmla="*/ 0 w 133622"/>
                <a:gd name="connsiteY1" fmla="*/ 162067 h 199762"/>
                <a:gd name="connsiteX2" fmla="*/ 5901 w 133622"/>
                <a:gd name="connsiteY2" fmla="*/ 144734 h 199762"/>
                <a:gd name="connsiteX3" fmla="*/ 21947 w 133622"/>
                <a:gd name="connsiteY3" fmla="*/ 132903 h 199762"/>
                <a:gd name="connsiteX4" fmla="*/ 5764 w 133622"/>
                <a:gd name="connsiteY4" fmla="*/ 110064 h 199762"/>
                <a:gd name="connsiteX5" fmla="*/ 25247 w 133622"/>
                <a:gd name="connsiteY5" fmla="*/ 81723 h 199762"/>
                <a:gd name="connsiteX6" fmla="*/ 13722 w 133622"/>
                <a:gd name="connsiteY6" fmla="*/ 66589 h 199762"/>
                <a:gd name="connsiteX7" fmla="*/ 9606 w 133622"/>
                <a:gd name="connsiteY7" fmla="*/ 47328 h 199762"/>
                <a:gd name="connsiteX8" fmla="*/ 16325 w 133622"/>
                <a:gd name="connsiteY8" fmla="*/ 22565 h 199762"/>
                <a:gd name="connsiteX9" fmla="*/ 35262 w 133622"/>
                <a:gd name="connsiteY9" fmla="*/ 5918 h 199762"/>
                <a:gd name="connsiteX10" fmla="*/ 63107 w 133622"/>
                <a:gd name="connsiteY10" fmla="*/ 0 h 199762"/>
                <a:gd name="connsiteX11" fmla="*/ 88893 w 133622"/>
                <a:gd name="connsiteY11" fmla="*/ 4954 h 199762"/>
                <a:gd name="connsiteX12" fmla="*/ 130322 w 133622"/>
                <a:gd name="connsiteY12" fmla="*/ 1101 h 199762"/>
                <a:gd name="connsiteX13" fmla="*/ 130872 w 133622"/>
                <a:gd name="connsiteY13" fmla="*/ 15409 h 199762"/>
                <a:gd name="connsiteX14" fmla="*/ 103980 w 133622"/>
                <a:gd name="connsiteY14" fmla="*/ 15409 h 199762"/>
                <a:gd name="connsiteX15" fmla="*/ 116329 w 133622"/>
                <a:gd name="connsiteY15" fmla="*/ 47328 h 199762"/>
                <a:gd name="connsiteX16" fmla="*/ 109608 w 133622"/>
                <a:gd name="connsiteY16" fmla="*/ 71680 h 199762"/>
                <a:gd name="connsiteX17" fmla="*/ 90812 w 133622"/>
                <a:gd name="connsiteY17" fmla="*/ 88190 h 199762"/>
                <a:gd name="connsiteX18" fmla="*/ 63107 w 133622"/>
                <a:gd name="connsiteY18" fmla="*/ 94107 h 199762"/>
                <a:gd name="connsiteX19" fmla="*/ 34296 w 133622"/>
                <a:gd name="connsiteY19" fmla="*/ 87504 h 199762"/>
                <a:gd name="connsiteX20" fmla="*/ 22503 w 133622"/>
                <a:gd name="connsiteY20" fmla="*/ 105938 h 199762"/>
                <a:gd name="connsiteX21" fmla="*/ 27850 w 133622"/>
                <a:gd name="connsiteY21" fmla="*/ 115429 h 199762"/>
                <a:gd name="connsiteX22" fmla="*/ 44177 w 133622"/>
                <a:gd name="connsiteY22" fmla="*/ 118317 h 199762"/>
                <a:gd name="connsiteX23" fmla="*/ 86706 w 133622"/>
                <a:gd name="connsiteY23" fmla="*/ 118317 h 199762"/>
                <a:gd name="connsiteX24" fmla="*/ 120998 w 133622"/>
                <a:gd name="connsiteY24" fmla="*/ 128087 h 199762"/>
                <a:gd name="connsiteX25" fmla="*/ 133622 w 133622"/>
                <a:gd name="connsiteY25" fmla="*/ 155738 h 199762"/>
                <a:gd name="connsiteX26" fmla="*/ 115517 w 133622"/>
                <a:gd name="connsiteY26" fmla="*/ 188205 h 199762"/>
                <a:gd name="connsiteX27" fmla="*/ 65307 w 133622"/>
                <a:gd name="connsiteY27" fmla="*/ 199762 h 199762"/>
                <a:gd name="connsiteX28" fmla="*/ 17157 w 133622"/>
                <a:gd name="connsiteY28" fmla="*/ 190408 h 199762"/>
                <a:gd name="connsiteX29" fmla="*/ 17144 w 133622"/>
                <a:gd name="connsiteY29" fmla="*/ 190408 h 199762"/>
                <a:gd name="connsiteX30" fmla="*/ 30331 w 133622"/>
                <a:gd name="connsiteY30" fmla="*/ 180775 h 199762"/>
                <a:gd name="connsiteX31" fmla="*/ 64354 w 133622"/>
                <a:gd name="connsiteY31" fmla="*/ 187652 h 199762"/>
                <a:gd name="connsiteX32" fmla="*/ 101255 w 133622"/>
                <a:gd name="connsiteY32" fmla="*/ 179947 h 199762"/>
                <a:gd name="connsiteX33" fmla="*/ 114283 w 133622"/>
                <a:gd name="connsiteY33" fmla="*/ 158484 h 199762"/>
                <a:gd name="connsiteX34" fmla="*/ 106877 w 133622"/>
                <a:gd name="connsiteY34" fmla="*/ 142253 h 199762"/>
                <a:gd name="connsiteX35" fmla="*/ 84928 w 133622"/>
                <a:gd name="connsiteY35" fmla="*/ 136751 h 199762"/>
                <a:gd name="connsiteX36" fmla="*/ 45693 w 133622"/>
                <a:gd name="connsiteY36" fmla="*/ 136751 h 199762"/>
                <a:gd name="connsiteX37" fmla="*/ 35268 w 133622"/>
                <a:gd name="connsiteY37" fmla="*/ 136203 h 199762"/>
                <a:gd name="connsiteX38" fmla="*/ 22235 w 133622"/>
                <a:gd name="connsiteY38" fmla="*/ 146247 h 199762"/>
                <a:gd name="connsiteX39" fmla="*/ 17707 w 133622"/>
                <a:gd name="connsiteY39" fmla="*/ 161244 h 199762"/>
                <a:gd name="connsiteX40" fmla="*/ 30331 w 133622"/>
                <a:gd name="connsiteY40" fmla="*/ 180779 h 199762"/>
                <a:gd name="connsiteX41" fmla="*/ 30331 w 133622"/>
                <a:gd name="connsiteY41" fmla="*/ 180775 h 199762"/>
                <a:gd name="connsiteX42" fmla="*/ 85753 w 133622"/>
                <a:gd name="connsiteY42" fmla="*/ 72918 h 199762"/>
                <a:gd name="connsiteX43" fmla="*/ 94534 w 133622"/>
                <a:gd name="connsiteY43" fmla="*/ 47328 h 199762"/>
                <a:gd name="connsiteX44" fmla="*/ 85612 w 133622"/>
                <a:gd name="connsiteY44" fmla="*/ 21601 h 199762"/>
                <a:gd name="connsiteX45" fmla="*/ 62154 w 133622"/>
                <a:gd name="connsiteY45" fmla="*/ 11831 h 199762"/>
                <a:gd name="connsiteX46" fmla="*/ 38428 w 133622"/>
                <a:gd name="connsiteY46" fmla="*/ 21322 h 199762"/>
                <a:gd name="connsiteX47" fmla="*/ 29506 w 133622"/>
                <a:gd name="connsiteY47" fmla="*/ 47049 h 199762"/>
                <a:gd name="connsiteX48" fmla="*/ 38428 w 133622"/>
                <a:gd name="connsiteY48" fmla="*/ 72502 h 199762"/>
                <a:gd name="connsiteX49" fmla="*/ 62154 w 133622"/>
                <a:gd name="connsiteY49" fmla="*/ 82272 h 199762"/>
                <a:gd name="connsiteX50" fmla="*/ 85753 w 133622"/>
                <a:gd name="connsiteY50" fmla="*/ 72918 h 199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133622" h="199762">
                  <a:moveTo>
                    <a:pt x="17144" y="190408"/>
                  </a:moveTo>
                  <a:cubicBezTo>
                    <a:pt x="5712" y="184168"/>
                    <a:pt x="0" y="174725"/>
                    <a:pt x="0" y="162067"/>
                  </a:cubicBezTo>
                  <a:cubicBezTo>
                    <a:pt x="0" y="155643"/>
                    <a:pt x="1966" y="149868"/>
                    <a:pt x="5901" y="144734"/>
                  </a:cubicBezTo>
                  <a:cubicBezTo>
                    <a:pt x="9832" y="139601"/>
                    <a:pt x="15181" y="135655"/>
                    <a:pt x="21947" y="132903"/>
                  </a:cubicBezTo>
                  <a:cubicBezTo>
                    <a:pt x="11158" y="128688"/>
                    <a:pt x="5764" y="121073"/>
                    <a:pt x="5764" y="110064"/>
                  </a:cubicBezTo>
                  <a:cubicBezTo>
                    <a:pt x="5764" y="99056"/>
                    <a:pt x="12252" y="90165"/>
                    <a:pt x="25247" y="81723"/>
                  </a:cubicBezTo>
                  <a:cubicBezTo>
                    <a:pt x="20303" y="77508"/>
                    <a:pt x="16466" y="72464"/>
                    <a:pt x="13722" y="66589"/>
                  </a:cubicBezTo>
                  <a:cubicBezTo>
                    <a:pt x="10979" y="60719"/>
                    <a:pt x="9606" y="54300"/>
                    <a:pt x="9606" y="47328"/>
                  </a:cubicBezTo>
                  <a:cubicBezTo>
                    <a:pt x="9606" y="37974"/>
                    <a:pt x="11842" y="29717"/>
                    <a:pt x="16325" y="22565"/>
                  </a:cubicBezTo>
                  <a:cubicBezTo>
                    <a:pt x="20809" y="15413"/>
                    <a:pt x="27114" y="9865"/>
                    <a:pt x="35262" y="5918"/>
                  </a:cubicBezTo>
                  <a:cubicBezTo>
                    <a:pt x="43397" y="1976"/>
                    <a:pt x="52676" y="0"/>
                    <a:pt x="63107" y="0"/>
                  </a:cubicBezTo>
                  <a:cubicBezTo>
                    <a:pt x="72617" y="0"/>
                    <a:pt x="81212" y="1649"/>
                    <a:pt x="88893" y="4954"/>
                  </a:cubicBezTo>
                  <a:lnTo>
                    <a:pt x="130322" y="1101"/>
                  </a:lnTo>
                  <a:lnTo>
                    <a:pt x="130872" y="15409"/>
                  </a:lnTo>
                  <a:lnTo>
                    <a:pt x="103980" y="15409"/>
                  </a:lnTo>
                  <a:cubicBezTo>
                    <a:pt x="112211" y="23661"/>
                    <a:pt x="116329" y="34301"/>
                    <a:pt x="116329" y="47328"/>
                  </a:cubicBezTo>
                  <a:cubicBezTo>
                    <a:pt x="116329" y="56502"/>
                    <a:pt x="114084" y="64618"/>
                    <a:pt x="109608" y="71680"/>
                  </a:cubicBezTo>
                  <a:cubicBezTo>
                    <a:pt x="105125" y="78741"/>
                    <a:pt x="98864" y="84248"/>
                    <a:pt x="90812" y="88190"/>
                  </a:cubicBezTo>
                  <a:cubicBezTo>
                    <a:pt x="82760" y="92136"/>
                    <a:pt x="73532" y="94107"/>
                    <a:pt x="63107" y="94107"/>
                  </a:cubicBezTo>
                  <a:cubicBezTo>
                    <a:pt x="51941" y="94107"/>
                    <a:pt x="42342" y="91905"/>
                    <a:pt x="34296" y="87504"/>
                  </a:cubicBezTo>
                  <a:cubicBezTo>
                    <a:pt x="26430" y="93374"/>
                    <a:pt x="22503" y="99519"/>
                    <a:pt x="22503" y="105938"/>
                  </a:cubicBezTo>
                  <a:cubicBezTo>
                    <a:pt x="22503" y="110339"/>
                    <a:pt x="24281" y="113506"/>
                    <a:pt x="27850" y="115429"/>
                  </a:cubicBezTo>
                  <a:cubicBezTo>
                    <a:pt x="31418" y="117358"/>
                    <a:pt x="36854" y="118317"/>
                    <a:pt x="44177" y="118317"/>
                  </a:cubicBezTo>
                  <a:lnTo>
                    <a:pt x="86706" y="118317"/>
                  </a:lnTo>
                  <a:cubicBezTo>
                    <a:pt x="101147" y="118317"/>
                    <a:pt x="112582" y="121574"/>
                    <a:pt x="120998" y="128087"/>
                  </a:cubicBezTo>
                  <a:cubicBezTo>
                    <a:pt x="129414" y="134601"/>
                    <a:pt x="133622" y="143818"/>
                    <a:pt x="133622" y="155738"/>
                  </a:cubicBezTo>
                  <a:cubicBezTo>
                    <a:pt x="133622" y="169677"/>
                    <a:pt x="127585" y="180501"/>
                    <a:pt x="115517" y="188205"/>
                  </a:cubicBezTo>
                  <a:cubicBezTo>
                    <a:pt x="103443" y="195910"/>
                    <a:pt x="86706" y="199762"/>
                    <a:pt x="65307" y="199762"/>
                  </a:cubicBezTo>
                  <a:cubicBezTo>
                    <a:pt x="43902" y="199762"/>
                    <a:pt x="28585" y="196642"/>
                    <a:pt x="17157" y="190408"/>
                  </a:cubicBezTo>
                  <a:lnTo>
                    <a:pt x="17144" y="190408"/>
                  </a:lnTo>
                  <a:close/>
                  <a:moveTo>
                    <a:pt x="30331" y="180775"/>
                  </a:moveTo>
                  <a:cubicBezTo>
                    <a:pt x="38747" y="185360"/>
                    <a:pt x="50086" y="187652"/>
                    <a:pt x="64354" y="187652"/>
                  </a:cubicBezTo>
                  <a:cubicBezTo>
                    <a:pt x="80266" y="187652"/>
                    <a:pt x="92564" y="185081"/>
                    <a:pt x="101255" y="179947"/>
                  </a:cubicBezTo>
                  <a:cubicBezTo>
                    <a:pt x="109940" y="174810"/>
                    <a:pt x="114283" y="167659"/>
                    <a:pt x="114283" y="158484"/>
                  </a:cubicBezTo>
                  <a:cubicBezTo>
                    <a:pt x="114283" y="151333"/>
                    <a:pt x="111814" y="145916"/>
                    <a:pt x="106877" y="142253"/>
                  </a:cubicBezTo>
                  <a:cubicBezTo>
                    <a:pt x="101933" y="138589"/>
                    <a:pt x="94623" y="136751"/>
                    <a:pt x="84928" y="136751"/>
                  </a:cubicBezTo>
                  <a:lnTo>
                    <a:pt x="45693" y="136751"/>
                  </a:lnTo>
                  <a:cubicBezTo>
                    <a:pt x="43128" y="136751"/>
                    <a:pt x="39656" y="136572"/>
                    <a:pt x="35268" y="136203"/>
                  </a:cubicBezTo>
                  <a:cubicBezTo>
                    <a:pt x="29596" y="138405"/>
                    <a:pt x="25253" y="141752"/>
                    <a:pt x="22235" y="146247"/>
                  </a:cubicBezTo>
                  <a:cubicBezTo>
                    <a:pt x="19222" y="150737"/>
                    <a:pt x="17707" y="155738"/>
                    <a:pt x="17707" y="161244"/>
                  </a:cubicBezTo>
                  <a:cubicBezTo>
                    <a:pt x="17707" y="169682"/>
                    <a:pt x="21909" y="176195"/>
                    <a:pt x="30331" y="180779"/>
                  </a:cubicBezTo>
                  <a:lnTo>
                    <a:pt x="30331" y="180775"/>
                  </a:lnTo>
                  <a:close/>
                  <a:moveTo>
                    <a:pt x="85753" y="72918"/>
                  </a:moveTo>
                  <a:cubicBezTo>
                    <a:pt x="91605" y="66683"/>
                    <a:pt x="94534" y="58157"/>
                    <a:pt x="94534" y="47328"/>
                  </a:cubicBezTo>
                  <a:cubicBezTo>
                    <a:pt x="94534" y="36499"/>
                    <a:pt x="91560" y="28114"/>
                    <a:pt x="85612" y="21601"/>
                  </a:cubicBezTo>
                  <a:cubicBezTo>
                    <a:pt x="79665" y="15092"/>
                    <a:pt x="71850" y="11831"/>
                    <a:pt x="62154" y="11831"/>
                  </a:cubicBezTo>
                  <a:cubicBezTo>
                    <a:pt x="52465" y="11831"/>
                    <a:pt x="44363" y="14993"/>
                    <a:pt x="38428" y="21322"/>
                  </a:cubicBezTo>
                  <a:cubicBezTo>
                    <a:pt x="32480" y="27651"/>
                    <a:pt x="29506" y="36230"/>
                    <a:pt x="29506" y="47049"/>
                  </a:cubicBezTo>
                  <a:cubicBezTo>
                    <a:pt x="29506" y="57868"/>
                    <a:pt x="32480" y="65993"/>
                    <a:pt x="38428" y="72502"/>
                  </a:cubicBezTo>
                  <a:cubicBezTo>
                    <a:pt x="44369" y="79015"/>
                    <a:pt x="52286" y="82272"/>
                    <a:pt x="62154" y="82272"/>
                  </a:cubicBezTo>
                  <a:cubicBezTo>
                    <a:pt x="72029" y="82272"/>
                    <a:pt x="79895" y="79157"/>
                    <a:pt x="85753" y="72918"/>
                  </a:cubicBezTo>
                  <a:close/>
                </a:path>
              </a:pathLst>
            </a:custGeom>
            <a:grpFill/>
            <a:ln w="6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Free-form: Shape 14">
              <a:extLst>
                <a:ext uri="{FF2B5EF4-FFF2-40B4-BE49-F238E27FC236}">
                  <a16:creationId xmlns:a16="http://schemas.microsoft.com/office/drawing/2014/main" id="{D9E26B4A-0E89-9545-CF71-72B0B21E751A}"/>
                </a:ext>
              </a:extLst>
            </p:cNvPr>
            <p:cNvSpPr/>
            <p:nvPr/>
          </p:nvSpPr>
          <p:spPr>
            <a:xfrm>
              <a:off x="1015070" y="362815"/>
              <a:ext cx="137454" cy="148293"/>
            </a:xfrm>
            <a:custGeom>
              <a:avLst/>
              <a:gdLst>
                <a:gd name="connsiteX0" fmla="*/ 33198 w 137454"/>
                <a:gd name="connsiteY0" fmla="*/ 138666 h 148293"/>
                <a:gd name="connsiteX1" fmla="*/ 8781 w 137454"/>
                <a:gd name="connsiteY1" fmla="*/ 112116 h 148293"/>
                <a:gd name="connsiteX2" fmla="*/ 0 w 137454"/>
                <a:gd name="connsiteY2" fmla="*/ 74009 h 148293"/>
                <a:gd name="connsiteX3" fmla="*/ 8781 w 137454"/>
                <a:gd name="connsiteY3" fmla="*/ 36041 h 148293"/>
                <a:gd name="connsiteX4" fmla="*/ 33332 w 137454"/>
                <a:gd name="connsiteY4" fmla="*/ 9628 h 148293"/>
                <a:gd name="connsiteX5" fmla="*/ 68590 w 137454"/>
                <a:gd name="connsiteY5" fmla="*/ 0 h 148293"/>
                <a:gd name="connsiteX6" fmla="*/ 103982 w 137454"/>
                <a:gd name="connsiteY6" fmla="*/ 9628 h 148293"/>
                <a:gd name="connsiteX7" fmla="*/ 128533 w 137454"/>
                <a:gd name="connsiteY7" fmla="*/ 36041 h 148293"/>
                <a:gd name="connsiteX8" fmla="*/ 137455 w 137454"/>
                <a:gd name="connsiteY8" fmla="*/ 74009 h 148293"/>
                <a:gd name="connsiteX9" fmla="*/ 128533 w 137454"/>
                <a:gd name="connsiteY9" fmla="*/ 112116 h 148293"/>
                <a:gd name="connsiteX10" fmla="*/ 103982 w 137454"/>
                <a:gd name="connsiteY10" fmla="*/ 138666 h 148293"/>
                <a:gd name="connsiteX11" fmla="*/ 68590 w 137454"/>
                <a:gd name="connsiteY11" fmla="*/ 148294 h 148293"/>
                <a:gd name="connsiteX12" fmla="*/ 33198 w 137454"/>
                <a:gd name="connsiteY12" fmla="*/ 138666 h 148293"/>
                <a:gd name="connsiteX13" fmla="*/ 93007 w 137454"/>
                <a:gd name="connsiteY13" fmla="*/ 127936 h 148293"/>
                <a:gd name="connsiteX14" fmla="*/ 110153 w 137454"/>
                <a:gd name="connsiteY14" fmla="*/ 105924 h 148293"/>
                <a:gd name="connsiteX15" fmla="*/ 116331 w 137454"/>
                <a:gd name="connsiteY15" fmla="*/ 74005 h 148293"/>
                <a:gd name="connsiteX16" fmla="*/ 110153 w 137454"/>
                <a:gd name="connsiteY16" fmla="*/ 42086 h 148293"/>
                <a:gd name="connsiteX17" fmla="*/ 93007 w 137454"/>
                <a:gd name="connsiteY17" fmla="*/ 20211 h 148293"/>
                <a:gd name="connsiteX18" fmla="*/ 68590 w 137454"/>
                <a:gd name="connsiteY18" fmla="*/ 12370 h 148293"/>
                <a:gd name="connsiteX19" fmla="*/ 44307 w 137454"/>
                <a:gd name="connsiteY19" fmla="*/ 20211 h 148293"/>
                <a:gd name="connsiteX20" fmla="*/ 27295 w 137454"/>
                <a:gd name="connsiteY20" fmla="*/ 42223 h 148293"/>
                <a:gd name="connsiteX21" fmla="*/ 21124 w 137454"/>
                <a:gd name="connsiteY21" fmla="*/ 74005 h 148293"/>
                <a:gd name="connsiteX22" fmla="*/ 27295 w 137454"/>
                <a:gd name="connsiteY22" fmla="*/ 105924 h 148293"/>
                <a:gd name="connsiteX23" fmla="*/ 44307 w 137454"/>
                <a:gd name="connsiteY23" fmla="*/ 127936 h 148293"/>
                <a:gd name="connsiteX24" fmla="*/ 68590 w 137454"/>
                <a:gd name="connsiteY24" fmla="*/ 135914 h 148293"/>
                <a:gd name="connsiteX25" fmla="*/ 93007 w 137454"/>
                <a:gd name="connsiteY25" fmla="*/ 127936 h 148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37454" h="148293">
                  <a:moveTo>
                    <a:pt x="33198" y="138666"/>
                  </a:moveTo>
                  <a:cubicBezTo>
                    <a:pt x="22774" y="132247"/>
                    <a:pt x="14632" y="123393"/>
                    <a:pt x="8781" y="112116"/>
                  </a:cubicBezTo>
                  <a:cubicBezTo>
                    <a:pt x="2923" y="100833"/>
                    <a:pt x="0" y="88133"/>
                    <a:pt x="0" y="74009"/>
                  </a:cubicBezTo>
                  <a:cubicBezTo>
                    <a:pt x="0" y="59887"/>
                    <a:pt x="2923" y="47228"/>
                    <a:pt x="8781" y="36041"/>
                  </a:cubicBezTo>
                  <a:cubicBezTo>
                    <a:pt x="14632" y="24853"/>
                    <a:pt x="22812" y="16052"/>
                    <a:pt x="33332" y="9628"/>
                  </a:cubicBezTo>
                  <a:cubicBezTo>
                    <a:pt x="43853" y="3209"/>
                    <a:pt x="55601" y="0"/>
                    <a:pt x="68590" y="0"/>
                  </a:cubicBezTo>
                  <a:cubicBezTo>
                    <a:pt x="81579" y="0"/>
                    <a:pt x="93557" y="3209"/>
                    <a:pt x="103982" y="9628"/>
                  </a:cubicBezTo>
                  <a:cubicBezTo>
                    <a:pt x="114406" y="16052"/>
                    <a:pt x="122586" y="24857"/>
                    <a:pt x="128533" y="36041"/>
                  </a:cubicBezTo>
                  <a:cubicBezTo>
                    <a:pt x="134481" y="47233"/>
                    <a:pt x="137455" y="59887"/>
                    <a:pt x="137455" y="74009"/>
                  </a:cubicBezTo>
                  <a:cubicBezTo>
                    <a:pt x="137455" y="88133"/>
                    <a:pt x="134481" y="100838"/>
                    <a:pt x="128533" y="112116"/>
                  </a:cubicBezTo>
                  <a:cubicBezTo>
                    <a:pt x="122586" y="123398"/>
                    <a:pt x="114406" y="132247"/>
                    <a:pt x="103982" y="138666"/>
                  </a:cubicBezTo>
                  <a:cubicBezTo>
                    <a:pt x="93557" y="145089"/>
                    <a:pt x="81758" y="148294"/>
                    <a:pt x="68590" y="148294"/>
                  </a:cubicBezTo>
                  <a:cubicBezTo>
                    <a:pt x="55422" y="148294"/>
                    <a:pt x="43623" y="145084"/>
                    <a:pt x="33198" y="138666"/>
                  </a:cubicBezTo>
                  <a:close/>
                  <a:moveTo>
                    <a:pt x="93007" y="127936"/>
                  </a:moveTo>
                  <a:cubicBezTo>
                    <a:pt x="100324" y="122618"/>
                    <a:pt x="106041" y="115278"/>
                    <a:pt x="110153" y="105924"/>
                  </a:cubicBezTo>
                  <a:cubicBezTo>
                    <a:pt x="114272" y="96570"/>
                    <a:pt x="116331" y="85935"/>
                    <a:pt x="116331" y="74005"/>
                  </a:cubicBezTo>
                  <a:cubicBezTo>
                    <a:pt x="116331" y="62075"/>
                    <a:pt x="114272" y="51445"/>
                    <a:pt x="110153" y="42086"/>
                  </a:cubicBezTo>
                  <a:cubicBezTo>
                    <a:pt x="106041" y="32732"/>
                    <a:pt x="100317" y="25439"/>
                    <a:pt x="93007" y="20211"/>
                  </a:cubicBezTo>
                  <a:cubicBezTo>
                    <a:pt x="85691" y="14984"/>
                    <a:pt x="77550" y="12370"/>
                    <a:pt x="68590" y="12370"/>
                  </a:cubicBezTo>
                  <a:cubicBezTo>
                    <a:pt x="59630" y="12370"/>
                    <a:pt x="51534" y="14984"/>
                    <a:pt x="44307" y="20211"/>
                  </a:cubicBezTo>
                  <a:cubicBezTo>
                    <a:pt x="37080" y="25439"/>
                    <a:pt x="31414" y="32779"/>
                    <a:pt x="27295" y="42223"/>
                  </a:cubicBezTo>
                  <a:cubicBezTo>
                    <a:pt x="23183" y="51672"/>
                    <a:pt x="21124" y="62264"/>
                    <a:pt x="21124" y="74005"/>
                  </a:cubicBezTo>
                  <a:cubicBezTo>
                    <a:pt x="21124" y="85746"/>
                    <a:pt x="23183" y="96565"/>
                    <a:pt x="27295" y="105924"/>
                  </a:cubicBezTo>
                  <a:cubicBezTo>
                    <a:pt x="31414" y="115278"/>
                    <a:pt x="37080" y="122618"/>
                    <a:pt x="44307" y="127936"/>
                  </a:cubicBezTo>
                  <a:cubicBezTo>
                    <a:pt x="51534" y="133258"/>
                    <a:pt x="59624" y="135914"/>
                    <a:pt x="68590" y="135914"/>
                  </a:cubicBezTo>
                  <a:cubicBezTo>
                    <a:pt x="77556" y="135914"/>
                    <a:pt x="85691" y="133258"/>
                    <a:pt x="93007" y="127936"/>
                  </a:cubicBezTo>
                  <a:close/>
                </a:path>
              </a:pathLst>
            </a:custGeom>
            <a:grpFill/>
            <a:ln w="6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" name="Free-form: Shape 15">
              <a:extLst>
                <a:ext uri="{FF2B5EF4-FFF2-40B4-BE49-F238E27FC236}">
                  <a16:creationId xmlns:a16="http://schemas.microsoft.com/office/drawing/2014/main" id="{3DA25754-0125-9425-59B1-7FEC7D4AAAF3}"/>
                </a:ext>
              </a:extLst>
            </p:cNvPr>
            <p:cNvSpPr/>
            <p:nvPr/>
          </p:nvSpPr>
          <p:spPr>
            <a:xfrm>
              <a:off x="391829" y="462601"/>
              <a:ext cx="292" cy="4"/>
            </a:xfrm>
            <a:custGeom>
              <a:avLst/>
              <a:gdLst>
                <a:gd name="connsiteX0" fmla="*/ 0 w 292"/>
                <a:gd name="connsiteY0" fmla="*/ 0 h 4"/>
                <a:gd name="connsiteX1" fmla="*/ 292 w 292"/>
                <a:gd name="connsiteY1" fmla="*/ 0 h 4"/>
                <a:gd name="connsiteX2" fmla="*/ 0 w 292"/>
                <a:gd name="connsiteY2" fmla="*/ 4 h 4"/>
                <a:gd name="connsiteX3" fmla="*/ 0 w 292"/>
                <a:gd name="connsiteY3" fmla="*/ 0 h 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" h="4">
                  <a:moveTo>
                    <a:pt x="0" y="0"/>
                  </a:moveTo>
                  <a:lnTo>
                    <a:pt x="292" y="0"/>
                  </a:lnTo>
                  <a:cubicBezTo>
                    <a:pt x="193" y="4"/>
                    <a:pt x="94" y="4"/>
                    <a:pt x="0" y="4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6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" name="Free-form: Shape 16">
              <a:extLst>
                <a:ext uri="{FF2B5EF4-FFF2-40B4-BE49-F238E27FC236}">
                  <a16:creationId xmlns:a16="http://schemas.microsoft.com/office/drawing/2014/main" id="{EB2E4AC9-D18F-9818-11E5-9FAF5E9141FF}"/>
                </a:ext>
              </a:extLst>
            </p:cNvPr>
            <p:cNvSpPr/>
            <p:nvPr/>
          </p:nvSpPr>
          <p:spPr>
            <a:xfrm>
              <a:off x="394371" y="476789"/>
              <a:ext cx="476" cy="4"/>
            </a:xfrm>
            <a:custGeom>
              <a:avLst/>
              <a:gdLst>
                <a:gd name="connsiteX0" fmla="*/ 476 w 476"/>
                <a:gd name="connsiteY0" fmla="*/ 0 h 4"/>
                <a:gd name="connsiteX1" fmla="*/ 0 w 476"/>
                <a:gd name="connsiteY1" fmla="*/ 4 h 4"/>
                <a:gd name="connsiteX2" fmla="*/ 476 w 476"/>
                <a:gd name="connsiteY2" fmla="*/ 0 h 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6" h="4">
                  <a:moveTo>
                    <a:pt x="476" y="0"/>
                  </a:moveTo>
                  <a:lnTo>
                    <a:pt x="0" y="4"/>
                  </a:lnTo>
                  <a:cubicBezTo>
                    <a:pt x="161" y="4"/>
                    <a:pt x="316" y="4"/>
                    <a:pt x="476" y="0"/>
                  </a:cubicBezTo>
                  <a:close/>
                </a:path>
              </a:pathLst>
            </a:custGeom>
            <a:grpFill/>
            <a:ln w="6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18" name="Subtitle 2">
            <a:extLst>
              <a:ext uri="{FF2B5EF4-FFF2-40B4-BE49-F238E27FC236}">
                <a16:creationId xmlns:a16="http://schemas.microsoft.com/office/drawing/2014/main" id="{620E3FC0-F13B-4AA1-8445-8E35E2CF193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57178" y="2926186"/>
            <a:ext cx="5070017" cy="158693"/>
          </a:xfrm>
        </p:spPr>
        <p:txBody>
          <a:bodyPr/>
          <a:lstStyle>
            <a:lvl1pPr marL="0" indent="0" algn="l">
              <a:buNone/>
              <a:defRPr sz="1200">
                <a:solidFill>
                  <a:schemeClr val="bg1"/>
                </a:solidFill>
                <a:latin typeface="Funnel Sans Medium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2177024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Page-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042BA4-469A-ACDB-3C72-111476EA424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pc="0">
                <a:solidFill>
                  <a:schemeClr val="bg1"/>
                </a:solidFill>
              </a:defRPr>
            </a:lvl1pPr>
          </a:lstStyle>
          <a:p>
            <a:r>
              <a:rPr lang="en-US"/>
              <a:t>Confidential</a:t>
            </a:r>
            <a:endParaRPr lang="en-GB" spc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9ED306-214C-DFDE-1E4C-3120B3984D7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41E5F93-45D3-472F-9EA1-BCB47A04FF6B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7" name="Graphic 8">
            <a:extLst>
              <a:ext uri="{FF2B5EF4-FFF2-40B4-BE49-F238E27FC236}">
                <a16:creationId xmlns:a16="http://schemas.microsoft.com/office/drawing/2014/main" id="{42F3CB05-B71F-2304-36F3-1D328DDB162C}"/>
              </a:ext>
            </a:extLst>
          </p:cNvPr>
          <p:cNvGrpSpPr/>
          <p:nvPr userDrawn="1"/>
        </p:nvGrpSpPr>
        <p:grpSpPr>
          <a:xfrm>
            <a:off x="257178" y="255588"/>
            <a:ext cx="895347" cy="306976"/>
            <a:chOff x="257178" y="255588"/>
            <a:chExt cx="895347" cy="306976"/>
          </a:xfrm>
          <a:solidFill>
            <a:schemeClr val="bg1"/>
          </a:solidFill>
        </p:grpSpPr>
        <p:sp>
          <p:nvSpPr>
            <p:cNvPr id="8" name="Free-form: Shape 7">
              <a:extLst>
                <a:ext uri="{FF2B5EF4-FFF2-40B4-BE49-F238E27FC236}">
                  <a16:creationId xmlns:a16="http://schemas.microsoft.com/office/drawing/2014/main" id="{30B7A793-96DD-718F-6C53-3ED56F3EC0D9}"/>
                </a:ext>
              </a:extLst>
            </p:cNvPr>
            <p:cNvSpPr/>
            <p:nvPr/>
          </p:nvSpPr>
          <p:spPr>
            <a:xfrm>
              <a:off x="327676" y="255588"/>
              <a:ext cx="159207" cy="192734"/>
            </a:xfrm>
            <a:custGeom>
              <a:avLst/>
              <a:gdLst>
                <a:gd name="connsiteX0" fmla="*/ 158895 w 159207"/>
                <a:gd name="connsiteY0" fmla="*/ 106567 h 192734"/>
                <a:gd name="connsiteX1" fmla="*/ 129009 w 159207"/>
                <a:gd name="connsiteY1" fmla="*/ 48240 h 192734"/>
                <a:gd name="connsiteX2" fmla="*/ 79602 w 159207"/>
                <a:gd name="connsiteY2" fmla="*/ 0 h 192734"/>
                <a:gd name="connsiteX3" fmla="*/ 53905 w 159207"/>
                <a:gd name="connsiteY3" fmla="*/ 23666 h 192734"/>
                <a:gd name="connsiteX4" fmla="*/ 30194 w 159207"/>
                <a:gd name="connsiteY4" fmla="*/ 48240 h 192734"/>
                <a:gd name="connsiteX5" fmla="*/ 308 w 159207"/>
                <a:gd name="connsiteY5" fmla="*/ 106567 h 192734"/>
                <a:gd name="connsiteX6" fmla="*/ 78866 w 159207"/>
                <a:gd name="connsiteY6" fmla="*/ 192728 h 192734"/>
                <a:gd name="connsiteX7" fmla="*/ 81251 w 159207"/>
                <a:gd name="connsiteY7" fmla="*/ 192728 h 192734"/>
                <a:gd name="connsiteX8" fmla="*/ 81699 w 159207"/>
                <a:gd name="connsiteY8" fmla="*/ 192728 h 192734"/>
                <a:gd name="connsiteX9" fmla="*/ 158900 w 159207"/>
                <a:gd name="connsiteY9" fmla="*/ 106567 h 192734"/>
                <a:gd name="connsiteX10" fmla="*/ 158895 w 159207"/>
                <a:gd name="connsiteY10" fmla="*/ 106567 h 192734"/>
                <a:gd name="connsiteX11" fmla="*/ 81308 w 159207"/>
                <a:gd name="connsiteY11" fmla="*/ 179399 h 192734"/>
                <a:gd name="connsiteX12" fmla="*/ 80063 w 159207"/>
                <a:gd name="connsiteY12" fmla="*/ 179399 h 192734"/>
                <a:gd name="connsiteX13" fmla="*/ 79140 w 159207"/>
                <a:gd name="connsiteY13" fmla="*/ 179399 h 192734"/>
                <a:gd name="connsiteX14" fmla="*/ 78866 w 159207"/>
                <a:gd name="connsiteY14" fmla="*/ 179399 h 192734"/>
                <a:gd name="connsiteX15" fmla="*/ 17138 w 159207"/>
                <a:gd name="connsiteY15" fmla="*/ 108254 h 192734"/>
                <a:gd name="connsiteX16" fmla="*/ 43900 w 159207"/>
                <a:gd name="connsiteY16" fmla="*/ 65072 h 192734"/>
                <a:gd name="connsiteX17" fmla="*/ 79606 w 159207"/>
                <a:gd name="connsiteY17" fmla="*/ 29806 h 192734"/>
                <a:gd name="connsiteX18" fmla="*/ 115304 w 159207"/>
                <a:gd name="connsiteY18" fmla="*/ 65072 h 192734"/>
                <a:gd name="connsiteX19" fmla="*/ 142069 w 159207"/>
                <a:gd name="connsiteY19" fmla="*/ 108254 h 192734"/>
                <a:gd name="connsiteX20" fmla="*/ 81312 w 159207"/>
                <a:gd name="connsiteY20" fmla="*/ 179395 h 192734"/>
                <a:gd name="connsiteX21" fmla="*/ 81308 w 159207"/>
                <a:gd name="connsiteY21" fmla="*/ 179399 h 192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59207" h="192734">
                  <a:moveTo>
                    <a:pt x="158895" y="106567"/>
                  </a:moveTo>
                  <a:cubicBezTo>
                    <a:pt x="157656" y="83945"/>
                    <a:pt x="144539" y="66206"/>
                    <a:pt x="129009" y="48240"/>
                  </a:cubicBezTo>
                  <a:cubicBezTo>
                    <a:pt x="114399" y="31347"/>
                    <a:pt x="96852" y="15678"/>
                    <a:pt x="79602" y="0"/>
                  </a:cubicBezTo>
                  <a:cubicBezTo>
                    <a:pt x="70972" y="7837"/>
                    <a:pt x="62272" y="15678"/>
                    <a:pt x="53905" y="23666"/>
                  </a:cubicBezTo>
                  <a:cubicBezTo>
                    <a:pt x="45539" y="31654"/>
                    <a:pt x="37499" y="39798"/>
                    <a:pt x="30194" y="48240"/>
                  </a:cubicBezTo>
                  <a:cubicBezTo>
                    <a:pt x="14664" y="66206"/>
                    <a:pt x="1547" y="83945"/>
                    <a:pt x="308" y="106567"/>
                  </a:cubicBezTo>
                  <a:cubicBezTo>
                    <a:pt x="-3811" y="151328"/>
                    <a:pt x="33997" y="193305"/>
                    <a:pt x="78866" y="192728"/>
                  </a:cubicBezTo>
                  <a:lnTo>
                    <a:pt x="81251" y="192728"/>
                  </a:lnTo>
                  <a:cubicBezTo>
                    <a:pt x="81402" y="192728"/>
                    <a:pt x="81548" y="192728"/>
                    <a:pt x="81699" y="192728"/>
                  </a:cubicBezTo>
                  <a:cubicBezTo>
                    <a:pt x="125974" y="192454"/>
                    <a:pt x="162977" y="150874"/>
                    <a:pt x="158900" y="106567"/>
                  </a:cubicBezTo>
                  <a:lnTo>
                    <a:pt x="158895" y="106567"/>
                  </a:lnTo>
                  <a:close/>
                  <a:moveTo>
                    <a:pt x="81308" y="179399"/>
                  </a:moveTo>
                  <a:cubicBezTo>
                    <a:pt x="80898" y="179399"/>
                    <a:pt x="80478" y="179399"/>
                    <a:pt x="80063" y="179399"/>
                  </a:cubicBezTo>
                  <a:lnTo>
                    <a:pt x="79140" y="179399"/>
                  </a:lnTo>
                  <a:cubicBezTo>
                    <a:pt x="79045" y="179399"/>
                    <a:pt x="78956" y="179399"/>
                    <a:pt x="78866" y="179399"/>
                  </a:cubicBezTo>
                  <a:cubicBezTo>
                    <a:pt x="42353" y="179518"/>
                    <a:pt x="11345" y="144512"/>
                    <a:pt x="17138" y="108254"/>
                  </a:cubicBezTo>
                  <a:cubicBezTo>
                    <a:pt x="19189" y="90355"/>
                    <a:pt x="27672" y="81652"/>
                    <a:pt x="43900" y="65072"/>
                  </a:cubicBezTo>
                  <a:cubicBezTo>
                    <a:pt x="56116" y="52589"/>
                    <a:pt x="68488" y="41963"/>
                    <a:pt x="79606" y="29806"/>
                  </a:cubicBezTo>
                  <a:cubicBezTo>
                    <a:pt x="90720" y="41968"/>
                    <a:pt x="103092" y="52593"/>
                    <a:pt x="115304" y="65072"/>
                  </a:cubicBezTo>
                  <a:cubicBezTo>
                    <a:pt x="131536" y="81658"/>
                    <a:pt x="140020" y="90359"/>
                    <a:pt x="142069" y="108254"/>
                  </a:cubicBezTo>
                  <a:cubicBezTo>
                    <a:pt x="147810" y="144186"/>
                    <a:pt x="117406" y="178899"/>
                    <a:pt x="81312" y="179395"/>
                  </a:cubicBezTo>
                  <a:lnTo>
                    <a:pt x="81308" y="179399"/>
                  </a:lnTo>
                  <a:close/>
                </a:path>
              </a:pathLst>
            </a:custGeom>
            <a:grpFill/>
            <a:ln w="6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" name="Free-form: Shape 8">
              <a:extLst>
                <a:ext uri="{FF2B5EF4-FFF2-40B4-BE49-F238E27FC236}">
                  <a16:creationId xmlns:a16="http://schemas.microsoft.com/office/drawing/2014/main" id="{E4A4D229-A539-9666-C803-E715831FCB80}"/>
                </a:ext>
              </a:extLst>
            </p:cNvPr>
            <p:cNvSpPr/>
            <p:nvPr/>
          </p:nvSpPr>
          <p:spPr>
            <a:xfrm>
              <a:off x="380344" y="378826"/>
              <a:ext cx="177022" cy="158693"/>
            </a:xfrm>
            <a:custGeom>
              <a:avLst/>
              <a:gdLst>
                <a:gd name="connsiteX0" fmla="*/ 11643 w 177022"/>
                <a:gd name="connsiteY0" fmla="*/ 37789 h 158693"/>
                <a:gd name="connsiteX1" fmla="*/ 11416 w 177022"/>
                <a:gd name="connsiteY1" fmla="*/ 38176 h 158693"/>
                <a:gd name="connsiteX2" fmla="*/ 10224 w 177022"/>
                <a:gd name="connsiteY2" fmla="*/ 40246 h 158693"/>
                <a:gd name="connsiteX3" fmla="*/ 45346 w 177022"/>
                <a:gd name="connsiteY3" fmla="*/ 151559 h 158693"/>
                <a:gd name="connsiteX4" fmla="*/ 110657 w 177022"/>
                <a:gd name="connsiteY4" fmla="*/ 154768 h 158693"/>
                <a:gd name="connsiteX5" fmla="*/ 143738 w 177022"/>
                <a:gd name="connsiteY5" fmla="*/ 146459 h 158693"/>
                <a:gd name="connsiteX6" fmla="*/ 177022 w 177022"/>
                <a:gd name="connsiteY6" fmla="*/ 135975 h 158693"/>
                <a:gd name="connsiteX7" fmla="*/ 160069 w 177022"/>
                <a:gd name="connsiteY7" fmla="*/ 68937 h 158693"/>
                <a:gd name="connsiteX8" fmla="*/ 124645 w 177022"/>
                <a:gd name="connsiteY8" fmla="*/ 13820 h 158693"/>
                <a:gd name="connsiteX9" fmla="*/ 11643 w 177022"/>
                <a:gd name="connsiteY9" fmla="*/ 37789 h 158693"/>
                <a:gd name="connsiteX10" fmla="*/ 114771 w 177022"/>
                <a:gd name="connsiteY10" fmla="*/ 27593 h 158693"/>
                <a:gd name="connsiteX11" fmla="*/ 138681 w 177022"/>
                <a:gd name="connsiteY11" fmla="*/ 72430 h 158693"/>
                <a:gd name="connsiteX12" fmla="*/ 151288 w 177022"/>
                <a:gd name="connsiteY12" fmla="*/ 121067 h 158693"/>
                <a:gd name="connsiteX13" fmla="*/ 102978 w 177022"/>
                <a:gd name="connsiteY13" fmla="*/ 134444 h 158693"/>
                <a:gd name="connsiteX14" fmla="*/ 52308 w 177022"/>
                <a:gd name="connsiteY14" fmla="*/ 136093 h 158693"/>
                <a:gd name="connsiteX15" fmla="*/ 21733 w 177022"/>
                <a:gd name="connsiteY15" fmla="*/ 46911 h 158693"/>
                <a:gd name="connsiteX16" fmla="*/ 21875 w 177022"/>
                <a:gd name="connsiteY16" fmla="*/ 46675 h 158693"/>
                <a:gd name="connsiteX17" fmla="*/ 22336 w 177022"/>
                <a:gd name="connsiteY17" fmla="*/ 45871 h 158693"/>
                <a:gd name="connsiteX18" fmla="*/ 22959 w 177022"/>
                <a:gd name="connsiteY18" fmla="*/ 44789 h 158693"/>
                <a:gd name="connsiteX19" fmla="*/ 114771 w 177022"/>
                <a:gd name="connsiteY19" fmla="*/ 27589 h 158693"/>
                <a:gd name="connsiteX20" fmla="*/ 114771 w 177022"/>
                <a:gd name="connsiteY20" fmla="*/ 27593 h 158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77022" h="158693">
                  <a:moveTo>
                    <a:pt x="11643" y="37789"/>
                  </a:moveTo>
                  <a:cubicBezTo>
                    <a:pt x="11562" y="37917"/>
                    <a:pt x="11492" y="38044"/>
                    <a:pt x="11416" y="38176"/>
                  </a:cubicBezTo>
                  <a:lnTo>
                    <a:pt x="10224" y="40246"/>
                  </a:lnTo>
                  <a:cubicBezTo>
                    <a:pt x="-12710" y="78934"/>
                    <a:pt x="4634" y="132756"/>
                    <a:pt x="45346" y="151559"/>
                  </a:cubicBezTo>
                  <a:cubicBezTo>
                    <a:pt x="65500" y="161792"/>
                    <a:pt x="87378" y="159272"/>
                    <a:pt x="110657" y="154768"/>
                  </a:cubicBezTo>
                  <a:cubicBezTo>
                    <a:pt x="121600" y="152646"/>
                    <a:pt x="132653" y="149734"/>
                    <a:pt x="143738" y="146459"/>
                  </a:cubicBezTo>
                  <a:cubicBezTo>
                    <a:pt x="154818" y="143183"/>
                    <a:pt x="165942" y="139549"/>
                    <a:pt x="177022" y="135975"/>
                  </a:cubicBezTo>
                  <a:cubicBezTo>
                    <a:pt x="172111" y="113145"/>
                    <a:pt x="167351" y="90075"/>
                    <a:pt x="160069" y="68937"/>
                  </a:cubicBezTo>
                  <a:cubicBezTo>
                    <a:pt x="152320" y="46472"/>
                    <a:pt x="143559" y="26209"/>
                    <a:pt x="124645" y="13820"/>
                  </a:cubicBezTo>
                  <a:cubicBezTo>
                    <a:pt x="88419" y="-11874"/>
                    <a:pt x="34016" y="-525"/>
                    <a:pt x="11643" y="37789"/>
                  </a:cubicBezTo>
                  <a:close/>
                  <a:moveTo>
                    <a:pt x="114771" y="27593"/>
                  </a:moveTo>
                  <a:cubicBezTo>
                    <a:pt x="129202" y="38323"/>
                    <a:pt x="132474" y="50040"/>
                    <a:pt x="138681" y="72430"/>
                  </a:cubicBezTo>
                  <a:cubicBezTo>
                    <a:pt x="143352" y="89276"/>
                    <a:pt x="146339" y="105337"/>
                    <a:pt x="151288" y="121067"/>
                  </a:cubicBezTo>
                  <a:cubicBezTo>
                    <a:pt x="135226" y="124640"/>
                    <a:pt x="119866" y="130076"/>
                    <a:pt x="102978" y="134444"/>
                  </a:cubicBezTo>
                  <a:cubicBezTo>
                    <a:pt x="80544" y="140243"/>
                    <a:pt x="68790" y="143259"/>
                    <a:pt x="52308" y="136093"/>
                  </a:cubicBezTo>
                  <a:cubicBezTo>
                    <a:pt x="18099" y="122996"/>
                    <a:pt x="3376" y="78561"/>
                    <a:pt x="21733" y="46911"/>
                  </a:cubicBezTo>
                  <a:cubicBezTo>
                    <a:pt x="21776" y="46835"/>
                    <a:pt x="21823" y="46755"/>
                    <a:pt x="21875" y="46675"/>
                  </a:cubicBezTo>
                  <a:lnTo>
                    <a:pt x="22336" y="45871"/>
                  </a:lnTo>
                  <a:cubicBezTo>
                    <a:pt x="22539" y="45507"/>
                    <a:pt x="22747" y="45148"/>
                    <a:pt x="22959" y="44789"/>
                  </a:cubicBezTo>
                  <a:cubicBezTo>
                    <a:pt x="41434" y="13692"/>
                    <a:pt x="86610" y="4636"/>
                    <a:pt x="114771" y="27589"/>
                  </a:cubicBezTo>
                  <a:lnTo>
                    <a:pt x="114771" y="27593"/>
                  </a:lnTo>
                  <a:close/>
                </a:path>
              </a:pathLst>
            </a:custGeom>
            <a:grpFill/>
            <a:ln w="6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" name="Free-form: Shape 9">
              <a:extLst>
                <a:ext uri="{FF2B5EF4-FFF2-40B4-BE49-F238E27FC236}">
                  <a16:creationId xmlns:a16="http://schemas.microsoft.com/office/drawing/2014/main" id="{649BA90A-AFC7-6552-715F-EB24799740AA}"/>
                </a:ext>
              </a:extLst>
            </p:cNvPr>
            <p:cNvSpPr/>
            <p:nvPr/>
          </p:nvSpPr>
          <p:spPr>
            <a:xfrm>
              <a:off x="257178" y="378821"/>
              <a:ext cx="177022" cy="158699"/>
            </a:xfrm>
            <a:custGeom>
              <a:avLst/>
              <a:gdLst>
                <a:gd name="connsiteX0" fmla="*/ 52377 w 177022"/>
                <a:gd name="connsiteY0" fmla="*/ 13825 h 158699"/>
                <a:gd name="connsiteX1" fmla="*/ 16953 w 177022"/>
                <a:gd name="connsiteY1" fmla="*/ 68942 h 158699"/>
                <a:gd name="connsiteX2" fmla="*/ 0 w 177022"/>
                <a:gd name="connsiteY2" fmla="*/ 135975 h 158699"/>
                <a:gd name="connsiteX3" fmla="*/ 33284 w 177022"/>
                <a:gd name="connsiteY3" fmla="*/ 146464 h 158699"/>
                <a:gd name="connsiteX4" fmla="*/ 66366 w 177022"/>
                <a:gd name="connsiteY4" fmla="*/ 154773 h 158699"/>
                <a:gd name="connsiteX5" fmla="*/ 131676 w 177022"/>
                <a:gd name="connsiteY5" fmla="*/ 151564 h 158699"/>
                <a:gd name="connsiteX6" fmla="*/ 166798 w 177022"/>
                <a:gd name="connsiteY6" fmla="*/ 40251 h 158699"/>
                <a:gd name="connsiteX7" fmla="*/ 165606 w 177022"/>
                <a:gd name="connsiteY7" fmla="*/ 38177 h 158699"/>
                <a:gd name="connsiteX8" fmla="*/ 165380 w 177022"/>
                <a:gd name="connsiteY8" fmla="*/ 37789 h 158699"/>
                <a:gd name="connsiteX9" fmla="*/ 52377 w 177022"/>
                <a:gd name="connsiteY9" fmla="*/ 13820 h 158699"/>
                <a:gd name="connsiteX10" fmla="*/ 52377 w 177022"/>
                <a:gd name="connsiteY10" fmla="*/ 13825 h 158699"/>
                <a:gd name="connsiteX11" fmla="*/ 154068 w 177022"/>
                <a:gd name="connsiteY11" fmla="*/ 44798 h 158699"/>
                <a:gd name="connsiteX12" fmla="*/ 154690 w 177022"/>
                <a:gd name="connsiteY12" fmla="*/ 45881 h 158699"/>
                <a:gd name="connsiteX13" fmla="*/ 155152 w 177022"/>
                <a:gd name="connsiteY13" fmla="*/ 46684 h 158699"/>
                <a:gd name="connsiteX14" fmla="*/ 155293 w 177022"/>
                <a:gd name="connsiteY14" fmla="*/ 46921 h 158699"/>
                <a:gd name="connsiteX15" fmla="*/ 124719 w 177022"/>
                <a:gd name="connsiteY15" fmla="*/ 136102 h 158699"/>
                <a:gd name="connsiteX16" fmla="*/ 74048 w 177022"/>
                <a:gd name="connsiteY16" fmla="*/ 134453 h 158699"/>
                <a:gd name="connsiteX17" fmla="*/ 25738 w 177022"/>
                <a:gd name="connsiteY17" fmla="*/ 121077 h 158699"/>
                <a:gd name="connsiteX18" fmla="*/ 38346 w 177022"/>
                <a:gd name="connsiteY18" fmla="*/ 72440 h 158699"/>
                <a:gd name="connsiteX19" fmla="*/ 62256 w 177022"/>
                <a:gd name="connsiteY19" fmla="*/ 27603 h 158699"/>
                <a:gd name="connsiteX20" fmla="*/ 154068 w 177022"/>
                <a:gd name="connsiteY20" fmla="*/ 44803 h 158699"/>
                <a:gd name="connsiteX21" fmla="*/ 154068 w 177022"/>
                <a:gd name="connsiteY21" fmla="*/ 44798 h 158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77022" h="158699">
                  <a:moveTo>
                    <a:pt x="52377" y="13825"/>
                  </a:moveTo>
                  <a:cubicBezTo>
                    <a:pt x="33463" y="26213"/>
                    <a:pt x="24702" y="46476"/>
                    <a:pt x="16953" y="68942"/>
                  </a:cubicBezTo>
                  <a:cubicBezTo>
                    <a:pt x="9671" y="90080"/>
                    <a:pt x="4911" y="113150"/>
                    <a:pt x="0" y="135975"/>
                  </a:cubicBezTo>
                  <a:cubicBezTo>
                    <a:pt x="11081" y="139553"/>
                    <a:pt x="22204" y="143188"/>
                    <a:pt x="33284" y="146464"/>
                  </a:cubicBezTo>
                  <a:cubicBezTo>
                    <a:pt x="44365" y="149739"/>
                    <a:pt x="55417" y="152650"/>
                    <a:pt x="66366" y="154773"/>
                  </a:cubicBezTo>
                  <a:cubicBezTo>
                    <a:pt x="89644" y="159277"/>
                    <a:pt x="111518" y="161801"/>
                    <a:pt x="131676" y="151564"/>
                  </a:cubicBezTo>
                  <a:cubicBezTo>
                    <a:pt x="172388" y="132761"/>
                    <a:pt x="189732" y="78934"/>
                    <a:pt x="166798" y="40251"/>
                  </a:cubicBezTo>
                  <a:lnTo>
                    <a:pt x="165606" y="38177"/>
                  </a:lnTo>
                  <a:cubicBezTo>
                    <a:pt x="165530" y="38044"/>
                    <a:pt x="165459" y="37916"/>
                    <a:pt x="165380" y="37789"/>
                  </a:cubicBezTo>
                  <a:cubicBezTo>
                    <a:pt x="143006" y="-525"/>
                    <a:pt x="88598" y="-11874"/>
                    <a:pt x="52377" y="13820"/>
                  </a:cubicBezTo>
                  <a:lnTo>
                    <a:pt x="52377" y="13825"/>
                  </a:lnTo>
                  <a:close/>
                  <a:moveTo>
                    <a:pt x="154068" y="44798"/>
                  </a:moveTo>
                  <a:cubicBezTo>
                    <a:pt x="154275" y="45153"/>
                    <a:pt x="154488" y="45517"/>
                    <a:pt x="154690" y="45881"/>
                  </a:cubicBezTo>
                  <a:lnTo>
                    <a:pt x="155152" y="46684"/>
                  </a:lnTo>
                  <a:cubicBezTo>
                    <a:pt x="155204" y="46765"/>
                    <a:pt x="155251" y="46845"/>
                    <a:pt x="155293" y="46921"/>
                  </a:cubicBezTo>
                  <a:cubicBezTo>
                    <a:pt x="173651" y="78570"/>
                    <a:pt x="158927" y="123005"/>
                    <a:pt x="124719" y="136102"/>
                  </a:cubicBezTo>
                  <a:cubicBezTo>
                    <a:pt x="108237" y="143273"/>
                    <a:pt x="96483" y="140258"/>
                    <a:pt x="74048" y="134453"/>
                  </a:cubicBezTo>
                  <a:cubicBezTo>
                    <a:pt x="57161" y="130086"/>
                    <a:pt x="41801" y="124650"/>
                    <a:pt x="25738" y="121077"/>
                  </a:cubicBezTo>
                  <a:cubicBezTo>
                    <a:pt x="30683" y="105347"/>
                    <a:pt x="33671" y="89285"/>
                    <a:pt x="38346" y="72440"/>
                  </a:cubicBezTo>
                  <a:cubicBezTo>
                    <a:pt x="44553" y="50049"/>
                    <a:pt x="47824" y="38333"/>
                    <a:pt x="62256" y="27603"/>
                  </a:cubicBezTo>
                  <a:cubicBezTo>
                    <a:pt x="90417" y="4650"/>
                    <a:pt x="135593" y="13702"/>
                    <a:pt x="154068" y="44803"/>
                  </a:cubicBezTo>
                  <a:lnTo>
                    <a:pt x="154068" y="44798"/>
                  </a:lnTo>
                  <a:close/>
                </a:path>
              </a:pathLst>
            </a:custGeom>
            <a:grpFill/>
            <a:ln w="6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1" name="Free-form: Shape 10">
              <a:extLst>
                <a:ext uri="{FF2B5EF4-FFF2-40B4-BE49-F238E27FC236}">
                  <a16:creationId xmlns:a16="http://schemas.microsoft.com/office/drawing/2014/main" id="{1FDB49AB-05C6-830A-79E4-659B4384A3D7}"/>
                </a:ext>
              </a:extLst>
            </p:cNvPr>
            <p:cNvSpPr/>
            <p:nvPr/>
          </p:nvSpPr>
          <p:spPr>
            <a:xfrm>
              <a:off x="392123" y="462596"/>
              <a:ext cx="984" cy="4"/>
            </a:xfrm>
            <a:custGeom>
              <a:avLst/>
              <a:gdLst>
                <a:gd name="connsiteX0" fmla="*/ 985 w 984"/>
                <a:gd name="connsiteY0" fmla="*/ 4 h 4"/>
                <a:gd name="connsiteX1" fmla="*/ 0 w 984"/>
                <a:gd name="connsiteY1" fmla="*/ 4 h 4"/>
                <a:gd name="connsiteX2" fmla="*/ 490 w 984"/>
                <a:gd name="connsiteY2" fmla="*/ 0 h 4"/>
                <a:gd name="connsiteX3" fmla="*/ 985 w 984"/>
                <a:gd name="connsiteY3" fmla="*/ 4 h 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4" h="4">
                  <a:moveTo>
                    <a:pt x="985" y="4"/>
                  </a:moveTo>
                  <a:lnTo>
                    <a:pt x="0" y="4"/>
                  </a:lnTo>
                  <a:cubicBezTo>
                    <a:pt x="160" y="4"/>
                    <a:pt x="325" y="0"/>
                    <a:pt x="490" y="0"/>
                  </a:cubicBezTo>
                  <a:cubicBezTo>
                    <a:pt x="655" y="4"/>
                    <a:pt x="820" y="4"/>
                    <a:pt x="985" y="4"/>
                  </a:cubicBezTo>
                  <a:close/>
                </a:path>
              </a:pathLst>
            </a:custGeom>
            <a:grpFill/>
            <a:ln w="6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2" name="Free-form: Shape 11">
              <a:extLst>
                <a:ext uri="{FF2B5EF4-FFF2-40B4-BE49-F238E27FC236}">
                  <a16:creationId xmlns:a16="http://schemas.microsoft.com/office/drawing/2014/main" id="{CA1B60CB-DCD7-8B10-E27A-06BFF887A080}"/>
                </a:ext>
              </a:extLst>
            </p:cNvPr>
            <p:cNvSpPr/>
            <p:nvPr/>
          </p:nvSpPr>
          <p:spPr>
            <a:xfrm>
              <a:off x="603750" y="307231"/>
              <a:ext cx="139631" cy="203888"/>
            </a:xfrm>
            <a:custGeom>
              <a:avLst/>
              <a:gdLst>
                <a:gd name="connsiteX0" fmla="*/ 26064 w 139631"/>
                <a:gd name="connsiteY0" fmla="*/ 191362 h 203888"/>
                <a:gd name="connsiteX1" fmla="*/ 0 w 139631"/>
                <a:gd name="connsiteY1" fmla="*/ 159032 h 203888"/>
                <a:gd name="connsiteX2" fmla="*/ 15092 w 139631"/>
                <a:gd name="connsiteY2" fmla="*/ 142248 h 203888"/>
                <a:gd name="connsiteX3" fmla="*/ 17288 w 139631"/>
                <a:gd name="connsiteY3" fmla="*/ 142522 h 203888"/>
                <a:gd name="connsiteX4" fmla="*/ 35942 w 139631"/>
                <a:gd name="connsiteY4" fmla="*/ 177329 h 203888"/>
                <a:gd name="connsiteX5" fmla="*/ 71612 w 139631"/>
                <a:gd name="connsiteY5" fmla="*/ 190398 h 203888"/>
                <a:gd name="connsiteX6" fmla="*/ 105768 w 139631"/>
                <a:gd name="connsiteY6" fmla="*/ 179669 h 203888"/>
                <a:gd name="connsiteX7" fmla="*/ 118800 w 139631"/>
                <a:gd name="connsiteY7" fmla="*/ 151054 h 203888"/>
                <a:gd name="connsiteX8" fmla="*/ 110156 w 139631"/>
                <a:gd name="connsiteY8" fmla="*/ 126017 h 203888"/>
                <a:gd name="connsiteX9" fmla="*/ 84502 w 139631"/>
                <a:gd name="connsiteY9" fmla="*/ 111161 h 203888"/>
                <a:gd name="connsiteX10" fmla="*/ 53773 w 139631"/>
                <a:gd name="connsiteY10" fmla="*/ 101807 h 203888"/>
                <a:gd name="connsiteX11" fmla="*/ 19475 w 139631"/>
                <a:gd name="connsiteY11" fmla="*/ 82546 h 203888"/>
                <a:gd name="connsiteX12" fmla="*/ 7678 w 139631"/>
                <a:gd name="connsiteY12" fmla="*/ 51180 h 203888"/>
                <a:gd name="connsiteX13" fmla="*/ 15770 w 139631"/>
                <a:gd name="connsiteY13" fmla="*/ 24215 h 203888"/>
                <a:gd name="connsiteX14" fmla="*/ 38130 w 139631"/>
                <a:gd name="connsiteY14" fmla="*/ 6329 h 203888"/>
                <a:gd name="connsiteX15" fmla="*/ 70777 w 139631"/>
                <a:gd name="connsiteY15" fmla="*/ 0 h 203888"/>
                <a:gd name="connsiteX16" fmla="*/ 110971 w 139631"/>
                <a:gd name="connsiteY16" fmla="*/ 10181 h 203888"/>
                <a:gd name="connsiteX17" fmla="*/ 134702 w 139631"/>
                <a:gd name="connsiteY17" fmla="*/ 36872 h 203888"/>
                <a:gd name="connsiteX18" fmla="*/ 120982 w 139631"/>
                <a:gd name="connsiteY18" fmla="*/ 53382 h 203888"/>
                <a:gd name="connsiteX19" fmla="*/ 118786 w 139631"/>
                <a:gd name="connsiteY19" fmla="*/ 53108 h 203888"/>
                <a:gd name="connsiteX20" fmla="*/ 101912 w 139631"/>
                <a:gd name="connsiteY20" fmla="*/ 24082 h 203888"/>
                <a:gd name="connsiteX21" fmla="*/ 70773 w 139631"/>
                <a:gd name="connsiteY21" fmla="*/ 13490 h 203888"/>
                <a:gd name="connsiteX22" fmla="*/ 39496 w 139631"/>
                <a:gd name="connsiteY22" fmla="*/ 22707 h 203888"/>
                <a:gd name="connsiteX23" fmla="*/ 27699 w 139631"/>
                <a:gd name="connsiteY23" fmla="*/ 47333 h 203888"/>
                <a:gd name="connsiteX24" fmla="*/ 35928 w 139631"/>
                <a:gd name="connsiteY24" fmla="*/ 68243 h 203888"/>
                <a:gd name="connsiteX25" fmla="*/ 60621 w 139631"/>
                <a:gd name="connsiteY25" fmla="*/ 81175 h 203888"/>
                <a:gd name="connsiteX26" fmla="*/ 92170 w 139631"/>
                <a:gd name="connsiteY26" fmla="*/ 91082 h 203888"/>
                <a:gd name="connsiteX27" fmla="*/ 127425 w 139631"/>
                <a:gd name="connsiteY27" fmla="*/ 111856 h 203888"/>
                <a:gd name="connsiteX28" fmla="*/ 139632 w 139631"/>
                <a:gd name="connsiteY28" fmla="*/ 147211 h 203888"/>
                <a:gd name="connsiteX29" fmla="*/ 130988 w 139631"/>
                <a:gd name="connsiteY29" fmla="*/ 176790 h 203888"/>
                <a:gd name="connsiteX30" fmla="*/ 106706 w 139631"/>
                <a:gd name="connsiteY30" fmla="*/ 196736 h 203888"/>
                <a:gd name="connsiteX31" fmla="*/ 71314 w 139631"/>
                <a:gd name="connsiteY31" fmla="*/ 203888 h 203888"/>
                <a:gd name="connsiteX32" fmla="*/ 26045 w 139631"/>
                <a:gd name="connsiteY32" fmla="*/ 191367 h 203888"/>
                <a:gd name="connsiteX33" fmla="*/ 26064 w 139631"/>
                <a:gd name="connsiteY33" fmla="*/ 191362 h 20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39631" h="203888">
                  <a:moveTo>
                    <a:pt x="26064" y="191362"/>
                  </a:moveTo>
                  <a:cubicBezTo>
                    <a:pt x="12711" y="183015"/>
                    <a:pt x="4020" y="172238"/>
                    <a:pt x="0" y="159032"/>
                  </a:cubicBezTo>
                  <a:lnTo>
                    <a:pt x="15092" y="142248"/>
                  </a:lnTo>
                  <a:lnTo>
                    <a:pt x="17288" y="142522"/>
                  </a:lnTo>
                  <a:cubicBezTo>
                    <a:pt x="19663" y="157014"/>
                    <a:pt x="25884" y="168618"/>
                    <a:pt x="35942" y="177329"/>
                  </a:cubicBezTo>
                  <a:cubicBezTo>
                    <a:pt x="46000" y="186045"/>
                    <a:pt x="57892" y="190398"/>
                    <a:pt x="71612" y="190398"/>
                  </a:cubicBezTo>
                  <a:cubicBezTo>
                    <a:pt x="85332" y="190398"/>
                    <a:pt x="97081" y="186820"/>
                    <a:pt x="105768" y="179669"/>
                  </a:cubicBezTo>
                  <a:cubicBezTo>
                    <a:pt x="114454" y="172513"/>
                    <a:pt x="118800" y="162979"/>
                    <a:pt x="118800" y="151054"/>
                  </a:cubicBezTo>
                  <a:cubicBezTo>
                    <a:pt x="118800" y="140783"/>
                    <a:pt x="115920" y="132440"/>
                    <a:pt x="110156" y="126017"/>
                  </a:cubicBezTo>
                  <a:cubicBezTo>
                    <a:pt x="104396" y="119598"/>
                    <a:pt x="95842" y="114645"/>
                    <a:pt x="84502" y="111161"/>
                  </a:cubicBezTo>
                  <a:lnTo>
                    <a:pt x="53773" y="101807"/>
                  </a:lnTo>
                  <a:cubicBezTo>
                    <a:pt x="38770" y="97038"/>
                    <a:pt x="27341" y="90619"/>
                    <a:pt x="19475" y="82546"/>
                  </a:cubicBezTo>
                  <a:cubicBezTo>
                    <a:pt x="11609" y="74477"/>
                    <a:pt x="7678" y="64022"/>
                    <a:pt x="7678" y="51180"/>
                  </a:cubicBezTo>
                  <a:cubicBezTo>
                    <a:pt x="7678" y="40909"/>
                    <a:pt x="10374" y="31919"/>
                    <a:pt x="15770" y="24215"/>
                  </a:cubicBezTo>
                  <a:cubicBezTo>
                    <a:pt x="21162" y="16510"/>
                    <a:pt x="28619" y="10550"/>
                    <a:pt x="38130" y="6329"/>
                  </a:cubicBezTo>
                  <a:cubicBezTo>
                    <a:pt x="47636" y="2113"/>
                    <a:pt x="58523" y="0"/>
                    <a:pt x="70777" y="0"/>
                  </a:cubicBezTo>
                  <a:cubicBezTo>
                    <a:pt x="85775" y="0"/>
                    <a:pt x="99174" y="3398"/>
                    <a:pt x="110971" y="10181"/>
                  </a:cubicBezTo>
                  <a:cubicBezTo>
                    <a:pt x="122768" y="16969"/>
                    <a:pt x="130677" y="25864"/>
                    <a:pt x="134702" y="36872"/>
                  </a:cubicBezTo>
                  <a:lnTo>
                    <a:pt x="120982" y="53382"/>
                  </a:lnTo>
                  <a:lnTo>
                    <a:pt x="118786" y="53108"/>
                  </a:lnTo>
                  <a:cubicBezTo>
                    <a:pt x="116042" y="40819"/>
                    <a:pt x="110419" y="31144"/>
                    <a:pt x="101912" y="24082"/>
                  </a:cubicBezTo>
                  <a:cubicBezTo>
                    <a:pt x="93405" y="17021"/>
                    <a:pt x="83022" y="13490"/>
                    <a:pt x="70773" y="13490"/>
                  </a:cubicBezTo>
                  <a:cubicBezTo>
                    <a:pt x="57783" y="13490"/>
                    <a:pt x="47357" y="16562"/>
                    <a:pt x="39496" y="22707"/>
                  </a:cubicBezTo>
                  <a:cubicBezTo>
                    <a:pt x="31630" y="28856"/>
                    <a:pt x="27699" y="37062"/>
                    <a:pt x="27699" y="47333"/>
                  </a:cubicBezTo>
                  <a:cubicBezTo>
                    <a:pt x="27699" y="55959"/>
                    <a:pt x="30442" y="62926"/>
                    <a:pt x="35928" y="68243"/>
                  </a:cubicBezTo>
                  <a:cubicBezTo>
                    <a:pt x="41414" y="73566"/>
                    <a:pt x="49648" y="77871"/>
                    <a:pt x="60621" y="81175"/>
                  </a:cubicBezTo>
                  <a:lnTo>
                    <a:pt x="92170" y="91082"/>
                  </a:lnTo>
                  <a:cubicBezTo>
                    <a:pt x="107535" y="95856"/>
                    <a:pt x="119285" y="102776"/>
                    <a:pt x="127425" y="111856"/>
                  </a:cubicBezTo>
                  <a:cubicBezTo>
                    <a:pt x="135559" y="120936"/>
                    <a:pt x="139632" y="132724"/>
                    <a:pt x="139632" y="147211"/>
                  </a:cubicBezTo>
                  <a:cubicBezTo>
                    <a:pt x="139632" y="158403"/>
                    <a:pt x="136752" y="168259"/>
                    <a:pt x="130988" y="176790"/>
                  </a:cubicBezTo>
                  <a:cubicBezTo>
                    <a:pt x="125224" y="185322"/>
                    <a:pt x="117131" y="191972"/>
                    <a:pt x="106706" y="196736"/>
                  </a:cubicBezTo>
                  <a:cubicBezTo>
                    <a:pt x="96280" y="201506"/>
                    <a:pt x="84483" y="203888"/>
                    <a:pt x="71314" y="203888"/>
                  </a:cubicBezTo>
                  <a:cubicBezTo>
                    <a:pt x="54484" y="203888"/>
                    <a:pt x="39393" y="199719"/>
                    <a:pt x="26045" y="191367"/>
                  </a:cubicBezTo>
                  <a:lnTo>
                    <a:pt x="26064" y="191362"/>
                  </a:lnTo>
                  <a:close/>
                </a:path>
              </a:pathLst>
            </a:custGeom>
            <a:grpFill/>
            <a:ln w="6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-form: Shape 12">
              <a:extLst>
                <a:ext uri="{FF2B5EF4-FFF2-40B4-BE49-F238E27FC236}">
                  <a16:creationId xmlns:a16="http://schemas.microsoft.com/office/drawing/2014/main" id="{59E0B493-3501-EF31-42E0-75A5F876ED0D}"/>
                </a:ext>
              </a:extLst>
            </p:cNvPr>
            <p:cNvSpPr/>
            <p:nvPr/>
          </p:nvSpPr>
          <p:spPr>
            <a:xfrm>
              <a:off x="753597" y="362822"/>
              <a:ext cx="128404" cy="148293"/>
            </a:xfrm>
            <a:custGeom>
              <a:avLst/>
              <a:gdLst>
                <a:gd name="connsiteX0" fmla="*/ 27713 w 128404"/>
                <a:gd name="connsiteY0" fmla="*/ 104128 h 148293"/>
                <a:gd name="connsiteX1" fmla="*/ 45821 w 128404"/>
                <a:gd name="connsiteY1" fmla="*/ 125038 h 148293"/>
                <a:gd name="connsiteX2" fmla="*/ 71338 w 128404"/>
                <a:gd name="connsiteY2" fmla="*/ 132332 h 148293"/>
                <a:gd name="connsiteX3" fmla="*/ 117154 w 128404"/>
                <a:gd name="connsiteY3" fmla="*/ 97388 h 148293"/>
                <a:gd name="connsiteX4" fmla="*/ 128405 w 128404"/>
                <a:gd name="connsiteY4" fmla="*/ 100966 h 148293"/>
                <a:gd name="connsiteX5" fmla="*/ 106865 w 128404"/>
                <a:gd name="connsiteY5" fmla="*/ 135499 h 148293"/>
                <a:gd name="connsiteX6" fmla="*/ 67770 w 128404"/>
                <a:gd name="connsiteY6" fmla="*/ 148293 h 148293"/>
                <a:gd name="connsiteX7" fmla="*/ 32516 w 128404"/>
                <a:gd name="connsiteY7" fmla="*/ 138665 h 148293"/>
                <a:gd name="connsiteX8" fmla="*/ 8507 w 128404"/>
                <a:gd name="connsiteY8" fmla="*/ 112115 h 148293"/>
                <a:gd name="connsiteX9" fmla="*/ 0 w 128404"/>
                <a:gd name="connsiteY9" fmla="*/ 74009 h 148293"/>
                <a:gd name="connsiteX10" fmla="*/ 8229 w 128404"/>
                <a:gd name="connsiteY10" fmla="*/ 36178 h 148293"/>
                <a:gd name="connsiteX11" fmla="*/ 31413 w 128404"/>
                <a:gd name="connsiteY11" fmla="*/ 9628 h 148293"/>
                <a:gd name="connsiteX12" fmla="*/ 66121 w 128404"/>
                <a:gd name="connsiteY12" fmla="*/ 0 h 148293"/>
                <a:gd name="connsiteX13" fmla="*/ 102199 w 128404"/>
                <a:gd name="connsiteY13" fmla="*/ 10044 h 148293"/>
                <a:gd name="connsiteX14" fmla="*/ 122230 w 128404"/>
                <a:gd name="connsiteY14" fmla="*/ 36182 h 148293"/>
                <a:gd name="connsiteX15" fmla="*/ 127033 w 128404"/>
                <a:gd name="connsiteY15" fmla="*/ 70436 h 148293"/>
                <a:gd name="connsiteX16" fmla="*/ 21129 w 128404"/>
                <a:gd name="connsiteY16" fmla="*/ 70436 h 148293"/>
                <a:gd name="connsiteX17" fmla="*/ 21129 w 128404"/>
                <a:gd name="connsiteY17" fmla="*/ 72360 h 148293"/>
                <a:gd name="connsiteX18" fmla="*/ 27713 w 128404"/>
                <a:gd name="connsiteY18" fmla="*/ 104142 h 148293"/>
                <a:gd name="connsiteX19" fmla="*/ 27713 w 128404"/>
                <a:gd name="connsiteY19" fmla="*/ 104128 h 148293"/>
                <a:gd name="connsiteX20" fmla="*/ 105909 w 128404"/>
                <a:gd name="connsiteY20" fmla="*/ 58865 h 148293"/>
                <a:gd name="connsiteX21" fmla="*/ 94386 w 128404"/>
                <a:gd name="connsiteY21" fmla="*/ 25297 h 148293"/>
                <a:gd name="connsiteX22" fmla="*/ 66125 w 128404"/>
                <a:gd name="connsiteY22" fmla="*/ 11817 h 148293"/>
                <a:gd name="connsiteX23" fmla="*/ 36904 w 128404"/>
                <a:gd name="connsiteY23" fmla="*/ 25022 h 148293"/>
                <a:gd name="connsiteX24" fmla="*/ 22227 w 128404"/>
                <a:gd name="connsiteY24" fmla="*/ 58865 h 148293"/>
                <a:gd name="connsiteX25" fmla="*/ 105909 w 128404"/>
                <a:gd name="connsiteY25" fmla="*/ 58865 h 148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28404" h="148293">
                  <a:moveTo>
                    <a:pt x="27713" y="104128"/>
                  </a:moveTo>
                  <a:cubicBezTo>
                    <a:pt x="32101" y="113208"/>
                    <a:pt x="38139" y="120179"/>
                    <a:pt x="45821" y="125038"/>
                  </a:cubicBezTo>
                  <a:cubicBezTo>
                    <a:pt x="53503" y="129902"/>
                    <a:pt x="62010" y="132332"/>
                    <a:pt x="71338" y="132332"/>
                  </a:cubicBezTo>
                  <a:cubicBezTo>
                    <a:pt x="93834" y="132332"/>
                    <a:pt x="109104" y="120685"/>
                    <a:pt x="117154" y="97388"/>
                  </a:cubicBezTo>
                  <a:lnTo>
                    <a:pt x="128405" y="100966"/>
                  </a:lnTo>
                  <a:cubicBezTo>
                    <a:pt x="124742" y="115458"/>
                    <a:pt x="117569" y="126967"/>
                    <a:pt x="106865" y="135499"/>
                  </a:cubicBezTo>
                  <a:cubicBezTo>
                    <a:pt x="96167" y="144025"/>
                    <a:pt x="83135" y="148293"/>
                    <a:pt x="67770" y="148293"/>
                  </a:cubicBezTo>
                  <a:cubicBezTo>
                    <a:pt x="54601" y="148293"/>
                    <a:pt x="42847" y="145084"/>
                    <a:pt x="32516" y="138665"/>
                  </a:cubicBezTo>
                  <a:cubicBezTo>
                    <a:pt x="22180" y="132247"/>
                    <a:pt x="14177" y="123393"/>
                    <a:pt x="8507" y="112115"/>
                  </a:cubicBezTo>
                  <a:cubicBezTo>
                    <a:pt x="2837" y="100833"/>
                    <a:pt x="0" y="88133"/>
                    <a:pt x="0" y="74009"/>
                  </a:cubicBezTo>
                  <a:cubicBezTo>
                    <a:pt x="0" y="59887"/>
                    <a:pt x="2743" y="47460"/>
                    <a:pt x="8229" y="36178"/>
                  </a:cubicBezTo>
                  <a:cubicBezTo>
                    <a:pt x="13715" y="24895"/>
                    <a:pt x="21440" y="16047"/>
                    <a:pt x="31413" y="9628"/>
                  </a:cubicBezTo>
                  <a:cubicBezTo>
                    <a:pt x="41381" y="3209"/>
                    <a:pt x="52952" y="0"/>
                    <a:pt x="66121" y="0"/>
                  </a:cubicBezTo>
                  <a:cubicBezTo>
                    <a:pt x="80750" y="0"/>
                    <a:pt x="92778" y="3351"/>
                    <a:pt x="102199" y="10044"/>
                  </a:cubicBezTo>
                  <a:cubicBezTo>
                    <a:pt x="111616" y="16742"/>
                    <a:pt x="118295" y="25453"/>
                    <a:pt x="122230" y="36182"/>
                  </a:cubicBezTo>
                  <a:cubicBezTo>
                    <a:pt x="126161" y="46912"/>
                    <a:pt x="127759" y="58331"/>
                    <a:pt x="127033" y="70436"/>
                  </a:cubicBezTo>
                  <a:lnTo>
                    <a:pt x="21129" y="70436"/>
                  </a:lnTo>
                  <a:lnTo>
                    <a:pt x="21129" y="72360"/>
                  </a:lnTo>
                  <a:cubicBezTo>
                    <a:pt x="21129" y="84465"/>
                    <a:pt x="23325" y="95062"/>
                    <a:pt x="27713" y="104142"/>
                  </a:cubicBezTo>
                  <a:lnTo>
                    <a:pt x="27713" y="104128"/>
                  </a:lnTo>
                  <a:close/>
                  <a:moveTo>
                    <a:pt x="105909" y="58865"/>
                  </a:moveTo>
                  <a:cubicBezTo>
                    <a:pt x="105362" y="45480"/>
                    <a:pt x="101521" y="34287"/>
                    <a:pt x="94386" y="25297"/>
                  </a:cubicBezTo>
                  <a:cubicBezTo>
                    <a:pt x="87254" y="16311"/>
                    <a:pt x="77828" y="11817"/>
                    <a:pt x="66125" y="11817"/>
                  </a:cubicBezTo>
                  <a:cubicBezTo>
                    <a:pt x="54422" y="11817"/>
                    <a:pt x="44680" y="16217"/>
                    <a:pt x="36904" y="25022"/>
                  </a:cubicBezTo>
                  <a:cubicBezTo>
                    <a:pt x="29127" y="33828"/>
                    <a:pt x="24235" y="45106"/>
                    <a:pt x="22227" y="58865"/>
                  </a:cubicBezTo>
                  <a:lnTo>
                    <a:pt x="105909" y="58865"/>
                  </a:lnTo>
                  <a:close/>
                </a:path>
              </a:pathLst>
            </a:custGeom>
            <a:grpFill/>
            <a:ln w="6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" name="Free-form: Shape 13">
              <a:extLst>
                <a:ext uri="{FF2B5EF4-FFF2-40B4-BE49-F238E27FC236}">
                  <a16:creationId xmlns:a16="http://schemas.microsoft.com/office/drawing/2014/main" id="{A3DE3EBE-2D35-17A6-7194-22B9C028797B}"/>
                </a:ext>
              </a:extLst>
            </p:cNvPr>
            <p:cNvSpPr/>
            <p:nvPr/>
          </p:nvSpPr>
          <p:spPr>
            <a:xfrm>
              <a:off x="885962" y="362801"/>
              <a:ext cx="133622" cy="199762"/>
            </a:xfrm>
            <a:custGeom>
              <a:avLst/>
              <a:gdLst>
                <a:gd name="connsiteX0" fmla="*/ 17144 w 133622"/>
                <a:gd name="connsiteY0" fmla="*/ 190408 h 199762"/>
                <a:gd name="connsiteX1" fmla="*/ 0 w 133622"/>
                <a:gd name="connsiteY1" fmla="*/ 162067 h 199762"/>
                <a:gd name="connsiteX2" fmla="*/ 5901 w 133622"/>
                <a:gd name="connsiteY2" fmla="*/ 144734 h 199762"/>
                <a:gd name="connsiteX3" fmla="*/ 21947 w 133622"/>
                <a:gd name="connsiteY3" fmla="*/ 132903 h 199762"/>
                <a:gd name="connsiteX4" fmla="*/ 5764 w 133622"/>
                <a:gd name="connsiteY4" fmla="*/ 110064 h 199762"/>
                <a:gd name="connsiteX5" fmla="*/ 25247 w 133622"/>
                <a:gd name="connsiteY5" fmla="*/ 81723 h 199762"/>
                <a:gd name="connsiteX6" fmla="*/ 13722 w 133622"/>
                <a:gd name="connsiteY6" fmla="*/ 66589 h 199762"/>
                <a:gd name="connsiteX7" fmla="*/ 9606 w 133622"/>
                <a:gd name="connsiteY7" fmla="*/ 47328 h 199762"/>
                <a:gd name="connsiteX8" fmla="*/ 16325 w 133622"/>
                <a:gd name="connsiteY8" fmla="*/ 22565 h 199762"/>
                <a:gd name="connsiteX9" fmla="*/ 35262 w 133622"/>
                <a:gd name="connsiteY9" fmla="*/ 5918 h 199762"/>
                <a:gd name="connsiteX10" fmla="*/ 63107 w 133622"/>
                <a:gd name="connsiteY10" fmla="*/ 0 h 199762"/>
                <a:gd name="connsiteX11" fmla="*/ 88893 w 133622"/>
                <a:gd name="connsiteY11" fmla="*/ 4954 h 199762"/>
                <a:gd name="connsiteX12" fmla="*/ 130322 w 133622"/>
                <a:gd name="connsiteY12" fmla="*/ 1101 h 199762"/>
                <a:gd name="connsiteX13" fmla="*/ 130872 w 133622"/>
                <a:gd name="connsiteY13" fmla="*/ 15409 h 199762"/>
                <a:gd name="connsiteX14" fmla="*/ 103980 w 133622"/>
                <a:gd name="connsiteY14" fmla="*/ 15409 h 199762"/>
                <a:gd name="connsiteX15" fmla="*/ 116329 w 133622"/>
                <a:gd name="connsiteY15" fmla="*/ 47328 h 199762"/>
                <a:gd name="connsiteX16" fmla="*/ 109608 w 133622"/>
                <a:gd name="connsiteY16" fmla="*/ 71680 h 199762"/>
                <a:gd name="connsiteX17" fmla="*/ 90812 w 133622"/>
                <a:gd name="connsiteY17" fmla="*/ 88190 h 199762"/>
                <a:gd name="connsiteX18" fmla="*/ 63107 w 133622"/>
                <a:gd name="connsiteY18" fmla="*/ 94107 h 199762"/>
                <a:gd name="connsiteX19" fmla="*/ 34296 w 133622"/>
                <a:gd name="connsiteY19" fmla="*/ 87504 h 199762"/>
                <a:gd name="connsiteX20" fmla="*/ 22503 w 133622"/>
                <a:gd name="connsiteY20" fmla="*/ 105938 h 199762"/>
                <a:gd name="connsiteX21" fmla="*/ 27850 w 133622"/>
                <a:gd name="connsiteY21" fmla="*/ 115429 h 199762"/>
                <a:gd name="connsiteX22" fmla="*/ 44177 w 133622"/>
                <a:gd name="connsiteY22" fmla="*/ 118317 h 199762"/>
                <a:gd name="connsiteX23" fmla="*/ 86706 w 133622"/>
                <a:gd name="connsiteY23" fmla="*/ 118317 h 199762"/>
                <a:gd name="connsiteX24" fmla="*/ 120998 w 133622"/>
                <a:gd name="connsiteY24" fmla="*/ 128087 h 199762"/>
                <a:gd name="connsiteX25" fmla="*/ 133622 w 133622"/>
                <a:gd name="connsiteY25" fmla="*/ 155738 h 199762"/>
                <a:gd name="connsiteX26" fmla="*/ 115517 w 133622"/>
                <a:gd name="connsiteY26" fmla="*/ 188205 h 199762"/>
                <a:gd name="connsiteX27" fmla="*/ 65307 w 133622"/>
                <a:gd name="connsiteY27" fmla="*/ 199762 h 199762"/>
                <a:gd name="connsiteX28" fmla="*/ 17157 w 133622"/>
                <a:gd name="connsiteY28" fmla="*/ 190408 h 199762"/>
                <a:gd name="connsiteX29" fmla="*/ 17144 w 133622"/>
                <a:gd name="connsiteY29" fmla="*/ 190408 h 199762"/>
                <a:gd name="connsiteX30" fmla="*/ 30331 w 133622"/>
                <a:gd name="connsiteY30" fmla="*/ 180775 h 199762"/>
                <a:gd name="connsiteX31" fmla="*/ 64354 w 133622"/>
                <a:gd name="connsiteY31" fmla="*/ 187652 h 199762"/>
                <a:gd name="connsiteX32" fmla="*/ 101255 w 133622"/>
                <a:gd name="connsiteY32" fmla="*/ 179947 h 199762"/>
                <a:gd name="connsiteX33" fmla="*/ 114283 w 133622"/>
                <a:gd name="connsiteY33" fmla="*/ 158484 h 199762"/>
                <a:gd name="connsiteX34" fmla="*/ 106877 w 133622"/>
                <a:gd name="connsiteY34" fmla="*/ 142253 h 199762"/>
                <a:gd name="connsiteX35" fmla="*/ 84928 w 133622"/>
                <a:gd name="connsiteY35" fmla="*/ 136751 h 199762"/>
                <a:gd name="connsiteX36" fmla="*/ 45693 w 133622"/>
                <a:gd name="connsiteY36" fmla="*/ 136751 h 199762"/>
                <a:gd name="connsiteX37" fmla="*/ 35268 w 133622"/>
                <a:gd name="connsiteY37" fmla="*/ 136203 h 199762"/>
                <a:gd name="connsiteX38" fmla="*/ 22235 w 133622"/>
                <a:gd name="connsiteY38" fmla="*/ 146247 h 199762"/>
                <a:gd name="connsiteX39" fmla="*/ 17707 w 133622"/>
                <a:gd name="connsiteY39" fmla="*/ 161244 h 199762"/>
                <a:gd name="connsiteX40" fmla="*/ 30331 w 133622"/>
                <a:gd name="connsiteY40" fmla="*/ 180779 h 199762"/>
                <a:gd name="connsiteX41" fmla="*/ 30331 w 133622"/>
                <a:gd name="connsiteY41" fmla="*/ 180775 h 199762"/>
                <a:gd name="connsiteX42" fmla="*/ 85753 w 133622"/>
                <a:gd name="connsiteY42" fmla="*/ 72918 h 199762"/>
                <a:gd name="connsiteX43" fmla="*/ 94534 w 133622"/>
                <a:gd name="connsiteY43" fmla="*/ 47328 h 199762"/>
                <a:gd name="connsiteX44" fmla="*/ 85612 w 133622"/>
                <a:gd name="connsiteY44" fmla="*/ 21601 h 199762"/>
                <a:gd name="connsiteX45" fmla="*/ 62154 w 133622"/>
                <a:gd name="connsiteY45" fmla="*/ 11831 h 199762"/>
                <a:gd name="connsiteX46" fmla="*/ 38428 w 133622"/>
                <a:gd name="connsiteY46" fmla="*/ 21322 h 199762"/>
                <a:gd name="connsiteX47" fmla="*/ 29506 w 133622"/>
                <a:gd name="connsiteY47" fmla="*/ 47049 h 199762"/>
                <a:gd name="connsiteX48" fmla="*/ 38428 w 133622"/>
                <a:gd name="connsiteY48" fmla="*/ 72502 h 199762"/>
                <a:gd name="connsiteX49" fmla="*/ 62154 w 133622"/>
                <a:gd name="connsiteY49" fmla="*/ 82272 h 199762"/>
                <a:gd name="connsiteX50" fmla="*/ 85753 w 133622"/>
                <a:gd name="connsiteY50" fmla="*/ 72918 h 199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133622" h="199762">
                  <a:moveTo>
                    <a:pt x="17144" y="190408"/>
                  </a:moveTo>
                  <a:cubicBezTo>
                    <a:pt x="5712" y="184168"/>
                    <a:pt x="0" y="174725"/>
                    <a:pt x="0" y="162067"/>
                  </a:cubicBezTo>
                  <a:cubicBezTo>
                    <a:pt x="0" y="155643"/>
                    <a:pt x="1966" y="149868"/>
                    <a:pt x="5901" y="144734"/>
                  </a:cubicBezTo>
                  <a:cubicBezTo>
                    <a:pt x="9832" y="139601"/>
                    <a:pt x="15181" y="135655"/>
                    <a:pt x="21947" y="132903"/>
                  </a:cubicBezTo>
                  <a:cubicBezTo>
                    <a:pt x="11158" y="128688"/>
                    <a:pt x="5764" y="121073"/>
                    <a:pt x="5764" y="110064"/>
                  </a:cubicBezTo>
                  <a:cubicBezTo>
                    <a:pt x="5764" y="99056"/>
                    <a:pt x="12252" y="90165"/>
                    <a:pt x="25247" y="81723"/>
                  </a:cubicBezTo>
                  <a:cubicBezTo>
                    <a:pt x="20303" y="77508"/>
                    <a:pt x="16466" y="72464"/>
                    <a:pt x="13722" y="66589"/>
                  </a:cubicBezTo>
                  <a:cubicBezTo>
                    <a:pt x="10979" y="60719"/>
                    <a:pt x="9606" y="54300"/>
                    <a:pt x="9606" y="47328"/>
                  </a:cubicBezTo>
                  <a:cubicBezTo>
                    <a:pt x="9606" y="37974"/>
                    <a:pt x="11842" y="29717"/>
                    <a:pt x="16325" y="22565"/>
                  </a:cubicBezTo>
                  <a:cubicBezTo>
                    <a:pt x="20809" y="15413"/>
                    <a:pt x="27114" y="9865"/>
                    <a:pt x="35262" y="5918"/>
                  </a:cubicBezTo>
                  <a:cubicBezTo>
                    <a:pt x="43397" y="1976"/>
                    <a:pt x="52676" y="0"/>
                    <a:pt x="63107" y="0"/>
                  </a:cubicBezTo>
                  <a:cubicBezTo>
                    <a:pt x="72617" y="0"/>
                    <a:pt x="81212" y="1649"/>
                    <a:pt x="88893" y="4954"/>
                  </a:cubicBezTo>
                  <a:lnTo>
                    <a:pt x="130322" y="1101"/>
                  </a:lnTo>
                  <a:lnTo>
                    <a:pt x="130872" y="15409"/>
                  </a:lnTo>
                  <a:lnTo>
                    <a:pt x="103980" y="15409"/>
                  </a:lnTo>
                  <a:cubicBezTo>
                    <a:pt x="112211" y="23661"/>
                    <a:pt x="116329" y="34301"/>
                    <a:pt x="116329" y="47328"/>
                  </a:cubicBezTo>
                  <a:cubicBezTo>
                    <a:pt x="116329" y="56502"/>
                    <a:pt x="114084" y="64618"/>
                    <a:pt x="109608" y="71680"/>
                  </a:cubicBezTo>
                  <a:cubicBezTo>
                    <a:pt x="105125" y="78741"/>
                    <a:pt x="98864" y="84248"/>
                    <a:pt x="90812" y="88190"/>
                  </a:cubicBezTo>
                  <a:cubicBezTo>
                    <a:pt x="82760" y="92136"/>
                    <a:pt x="73532" y="94107"/>
                    <a:pt x="63107" y="94107"/>
                  </a:cubicBezTo>
                  <a:cubicBezTo>
                    <a:pt x="51941" y="94107"/>
                    <a:pt x="42342" y="91905"/>
                    <a:pt x="34296" y="87504"/>
                  </a:cubicBezTo>
                  <a:cubicBezTo>
                    <a:pt x="26430" y="93374"/>
                    <a:pt x="22503" y="99519"/>
                    <a:pt x="22503" y="105938"/>
                  </a:cubicBezTo>
                  <a:cubicBezTo>
                    <a:pt x="22503" y="110339"/>
                    <a:pt x="24281" y="113506"/>
                    <a:pt x="27850" y="115429"/>
                  </a:cubicBezTo>
                  <a:cubicBezTo>
                    <a:pt x="31418" y="117358"/>
                    <a:pt x="36854" y="118317"/>
                    <a:pt x="44177" y="118317"/>
                  </a:cubicBezTo>
                  <a:lnTo>
                    <a:pt x="86706" y="118317"/>
                  </a:lnTo>
                  <a:cubicBezTo>
                    <a:pt x="101147" y="118317"/>
                    <a:pt x="112582" y="121574"/>
                    <a:pt x="120998" y="128087"/>
                  </a:cubicBezTo>
                  <a:cubicBezTo>
                    <a:pt x="129414" y="134601"/>
                    <a:pt x="133622" y="143818"/>
                    <a:pt x="133622" y="155738"/>
                  </a:cubicBezTo>
                  <a:cubicBezTo>
                    <a:pt x="133622" y="169677"/>
                    <a:pt x="127585" y="180501"/>
                    <a:pt x="115517" y="188205"/>
                  </a:cubicBezTo>
                  <a:cubicBezTo>
                    <a:pt x="103443" y="195910"/>
                    <a:pt x="86706" y="199762"/>
                    <a:pt x="65307" y="199762"/>
                  </a:cubicBezTo>
                  <a:cubicBezTo>
                    <a:pt x="43902" y="199762"/>
                    <a:pt x="28585" y="196642"/>
                    <a:pt x="17157" y="190408"/>
                  </a:cubicBezTo>
                  <a:lnTo>
                    <a:pt x="17144" y="190408"/>
                  </a:lnTo>
                  <a:close/>
                  <a:moveTo>
                    <a:pt x="30331" y="180775"/>
                  </a:moveTo>
                  <a:cubicBezTo>
                    <a:pt x="38747" y="185360"/>
                    <a:pt x="50086" y="187652"/>
                    <a:pt x="64354" y="187652"/>
                  </a:cubicBezTo>
                  <a:cubicBezTo>
                    <a:pt x="80266" y="187652"/>
                    <a:pt x="92564" y="185081"/>
                    <a:pt x="101255" y="179947"/>
                  </a:cubicBezTo>
                  <a:cubicBezTo>
                    <a:pt x="109940" y="174810"/>
                    <a:pt x="114283" y="167659"/>
                    <a:pt x="114283" y="158484"/>
                  </a:cubicBezTo>
                  <a:cubicBezTo>
                    <a:pt x="114283" y="151333"/>
                    <a:pt x="111814" y="145916"/>
                    <a:pt x="106877" y="142253"/>
                  </a:cubicBezTo>
                  <a:cubicBezTo>
                    <a:pt x="101933" y="138589"/>
                    <a:pt x="94623" y="136751"/>
                    <a:pt x="84928" y="136751"/>
                  </a:cubicBezTo>
                  <a:lnTo>
                    <a:pt x="45693" y="136751"/>
                  </a:lnTo>
                  <a:cubicBezTo>
                    <a:pt x="43128" y="136751"/>
                    <a:pt x="39656" y="136572"/>
                    <a:pt x="35268" y="136203"/>
                  </a:cubicBezTo>
                  <a:cubicBezTo>
                    <a:pt x="29596" y="138405"/>
                    <a:pt x="25253" y="141752"/>
                    <a:pt x="22235" y="146247"/>
                  </a:cubicBezTo>
                  <a:cubicBezTo>
                    <a:pt x="19222" y="150737"/>
                    <a:pt x="17707" y="155738"/>
                    <a:pt x="17707" y="161244"/>
                  </a:cubicBezTo>
                  <a:cubicBezTo>
                    <a:pt x="17707" y="169682"/>
                    <a:pt x="21909" y="176195"/>
                    <a:pt x="30331" y="180779"/>
                  </a:cubicBezTo>
                  <a:lnTo>
                    <a:pt x="30331" y="180775"/>
                  </a:lnTo>
                  <a:close/>
                  <a:moveTo>
                    <a:pt x="85753" y="72918"/>
                  </a:moveTo>
                  <a:cubicBezTo>
                    <a:pt x="91605" y="66683"/>
                    <a:pt x="94534" y="58157"/>
                    <a:pt x="94534" y="47328"/>
                  </a:cubicBezTo>
                  <a:cubicBezTo>
                    <a:pt x="94534" y="36499"/>
                    <a:pt x="91560" y="28114"/>
                    <a:pt x="85612" y="21601"/>
                  </a:cubicBezTo>
                  <a:cubicBezTo>
                    <a:pt x="79665" y="15092"/>
                    <a:pt x="71850" y="11831"/>
                    <a:pt x="62154" y="11831"/>
                  </a:cubicBezTo>
                  <a:cubicBezTo>
                    <a:pt x="52465" y="11831"/>
                    <a:pt x="44363" y="14993"/>
                    <a:pt x="38428" y="21322"/>
                  </a:cubicBezTo>
                  <a:cubicBezTo>
                    <a:pt x="32480" y="27651"/>
                    <a:pt x="29506" y="36230"/>
                    <a:pt x="29506" y="47049"/>
                  </a:cubicBezTo>
                  <a:cubicBezTo>
                    <a:pt x="29506" y="57868"/>
                    <a:pt x="32480" y="65993"/>
                    <a:pt x="38428" y="72502"/>
                  </a:cubicBezTo>
                  <a:cubicBezTo>
                    <a:pt x="44369" y="79015"/>
                    <a:pt x="52286" y="82272"/>
                    <a:pt x="62154" y="82272"/>
                  </a:cubicBezTo>
                  <a:cubicBezTo>
                    <a:pt x="72029" y="82272"/>
                    <a:pt x="79895" y="79157"/>
                    <a:pt x="85753" y="72918"/>
                  </a:cubicBezTo>
                  <a:close/>
                </a:path>
              </a:pathLst>
            </a:custGeom>
            <a:grpFill/>
            <a:ln w="6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Free-form: Shape 14">
              <a:extLst>
                <a:ext uri="{FF2B5EF4-FFF2-40B4-BE49-F238E27FC236}">
                  <a16:creationId xmlns:a16="http://schemas.microsoft.com/office/drawing/2014/main" id="{865A8686-D0E9-5DE2-D5AF-9469D8DFC277}"/>
                </a:ext>
              </a:extLst>
            </p:cNvPr>
            <p:cNvSpPr/>
            <p:nvPr/>
          </p:nvSpPr>
          <p:spPr>
            <a:xfrm>
              <a:off x="1015070" y="362815"/>
              <a:ext cx="137454" cy="148293"/>
            </a:xfrm>
            <a:custGeom>
              <a:avLst/>
              <a:gdLst>
                <a:gd name="connsiteX0" fmla="*/ 33198 w 137454"/>
                <a:gd name="connsiteY0" fmla="*/ 138666 h 148293"/>
                <a:gd name="connsiteX1" fmla="*/ 8781 w 137454"/>
                <a:gd name="connsiteY1" fmla="*/ 112116 h 148293"/>
                <a:gd name="connsiteX2" fmla="*/ 0 w 137454"/>
                <a:gd name="connsiteY2" fmla="*/ 74009 h 148293"/>
                <a:gd name="connsiteX3" fmla="*/ 8781 w 137454"/>
                <a:gd name="connsiteY3" fmla="*/ 36041 h 148293"/>
                <a:gd name="connsiteX4" fmla="*/ 33332 w 137454"/>
                <a:gd name="connsiteY4" fmla="*/ 9628 h 148293"/>
                <a:gd name="connsiteX5" fmla="*/ 68590 w 137454"/>
                <a:gd name="connsiteY5" fmla="*/ 0 h 148293"/>
                <a:gd name="connsiteX6" fmla="*/ 103982 w 137454"/>
                <a:gd name="connsiteY6" fmla="*/ 9628 h 148293"/>
                <a:gd name="connsiteX7" fmla="*/ 128533 w 137454"/>
                <a:gd name="connsiteY7" fmla="*/ 36041 h 148293"/>
                <a:gd name="connsiteX8" fmla="*/ 137455 w 137454"/>
                <a:gd name="connsiteY8" fmla="*/ 74009 h 148293"/>
                <a:gd name="connsiteX9" fmla="*/ 128533 w 137454"/>
                <a:gd name="connsiteY9" fmla="*/ 112116 h 148293"/>
                <a:gd name="connsiteX10" fmla="*/ 103982 w 137454"/>
                <a:gd name="connsiteY10" fmla="*/ 138666 h 148293"/>
                <a:gd name="connsiteX11" fmla="*/ 68590 w 137454"/>
                <a:gd name="connsiteY11" fmla="*/ 148294 h 148293"/>
                <a:gd name="connsiteX12" fmla="*/ 33198 w 137454"/>
                <a:gd name="connsiteY12" fmla="*/ 138666 h 148293"/>
                <a:gd name="connsiteX13" fmla="*/ 93007 w 137454"/>
                <a:gd name="connsiteY13" fmla="*/ 127936 h 148293"/>
                <a:gd name="connsiteX14" fmla="*/ 110153 w 137454"/>
                <a:gd name="connsiteY14" fmla="*/ 105924 h 148293"/>
                <a:gd name="connsiteX15" fmla="*/ 116331 w 137454"/>
                <a:gd name="connsiteY15" fmla="*/ 74005 h 148293"/>
                <a:gd name="connsiteX16" fmla="*/ 110153 w 137454"/>
                <a:gd name="connsiteY16" fmla="*/ 42086 h 148293"/>
                <a:gd name="connsiteX17" fmla="*/ 93007 w 137454"/>
                <a:gd name="connsiteY17" fmla="*/ 20211 h 148293"/>
                <a:gd name="connsiteX18" fmla="*/ 68590 w 137454"/>
                <a:gd name="connsiteY18" fmla="*/ 12370 h 148293"/>
                <a:gd name="connsiteX19" fmla="*/ 44307 w 137454"/>
                <a:gd name="connsiteY19" fmla="*/ 20211 h 148293"/>
                <a:gd name="connsiteX20" fmla="*/ 27295 w 137454"/>
                <a:gd name="connsiteY20" fmla="*/ 42223 h 148293"/>
                <a:gd name="connsiteX21" fmla="*/ 21124 w 137454"/>
                <a:gd name="connsiteY21" fmla="*/ 74005 h 148293"/>
                <a:gd name="connsiteX22" fmla="*/ 27295 w 137454"/>
                <a:gd name="connsiteY22" fmla="*/ 105924 h 148293"/>
                <a:gd name="connsiteX23" fmla="*/ 44307 w 137454"/>
                <a:gd name="connsiteY23" fmla="*/ 127936 h 148293"/>
                <a:gd name="connsiteX24" fmla="*/ 68590 w 137454"/>
                <a:gd name="connsiteY24" fmla="*/ 135914 h 148293"/>
                <a:gd name="connsiteX25" fmla="*/ 93007 w 137454"/>
                <a:gd name="connsiteY25" fmla="*/ 127936 h 148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37454" h="148293">
                  <a:moveTo>
                    <a:pt x="33198" y="138666"/>
                  </a:moveTo>
                  <a:cubicBezTo>
                    <a:pt x="22774" y="132247"/>
                    <a:pt x="14632" y="123393"/>
                    <a:pt x="8781" y="112116"/>
                  </a:cubicBezTo>
                  <a:cubicBezTo>
                    <a:pt x="2923" y="100833"/>
                    <a:pt x="0" y="88133"/>
                    <a:pt x="0" y="74009"/>
                  </a:cubicBezTo>
                  <a:cubicBezTo>
                    <a:pt x="0" y="59887"/>
                    <a:pt x="2923" y="47228"/>
                    <a:pt x="8781" y="36041"/>
                  </a:cubicBezTo>
                  <a:cubicBezTo>
                    <a:pt x="14632" y="24853"/>
                    <a:pt x="22812" y="16052"/>
                    <a:pt x="33332" y="9628"/>
                  </a:cubicBezTo>
                  <a:cubicBezTo>
                    <a:pt x="43853" y="3209"/>
                    <a:pt x="55601" y="0"/>
                    <a:pt x="68590" y="0"/>
                  </a:cubicBezTo>
                  <a:cubicBezTo>
                    <a:pt x="81579" y="0"/>
                    <a:pt x="93557" y="3209"/>
                    <a:pt x="103982" y="9628"/>
                  </a:cubicBezTo>
                  <a:cubicBezTo>
                    <a:pt x="114406" y="16052"/>
                    <a:pt x="122586" y="24857"/>
                    <a:pt x="128533" y="36041"/>
                  </a:cubicBezTo>
                  <a:cubicBezTo>
                    <a:pt x="134481" y="47233"/>
                    <a:pt x="137455" y="59887"/>
                    <a:pt x="137455" y="74009"/>
                  </a:cubicBezTo>
                  <a:cubicBezTo>
                    <a:pt x="137455" y="88133"/>
                    <a:pt x="134481" y="100838"/>
                    <a:pt x="128533" y="112116"/>
                  </a:cubicBezTo>
                  <a:cubicBezTo>
                    <a:pt x="122586" y="123398"/>
                    <a:pt x="114406" y="132247"/>
                    <a:pt x="103982" y="138666"/>
                  </a:cubicBezTo>
                  <a:cubicBezTo>
                    <a:pt x="93557" y="145089"/>
                    <a:pt x="81758" y="148294"/>
                    <a:pt x="68590" y="148294"/>
                  </a:cubicBezTo>
                  <a:cubicBezTo>
                    <a:pt x="55422" y="148294"/>
                    <a:pt x="43623" y="145084"/>
                    <a:pt x="33198" y="138666"/>
                  </a:cubicBezTo>
                  <a:close/>
                  <a:moveTo>
                    <a:pt x="93007" y="127936"/>
                  </a:moveTo>
                  <a:cubicBezTo>
                    <a:pt x="100324" y="122618"/>
                    <a:pt x="106041" y="115278"/>
                    <a:pt x="110153" y="105924"/>
                  </a:cubicBezTo>
                  <a:cubicBezTo>
                    <a:pt x="114272" y="96570"/>
                    <a:pt x="116331" y="85935"/>
                    <a:pt x="116331" y="74005"/>
                  </a:cubicBezTo>
                  <a:cubicBezTo>
                    <a:pt x="116331" y="62075"/>
                    <a:pt x="114272" y="51445"/>
                    <a:pt x="110153" y="42086"/>
                  </a:cubicBezTo>
                  <a:cubicBezTo>
                    <a:pt x="106041" y="32732"/>
                    <a:pt x="100317" y="25439"/>
                    <a:pt x="93007" y="20211"/>
                  </a:cubicBezTo>
                  <a:cubicBezTo>
                    <a:pt x="85691" y="14984"/>
                    <a:pt x="77550" y="12370"/>
                    <a:pt x="68590" y="12370"/>
                  </a:cubicBezTo>
                  <a:cubicBezTo>
                    <a:pt x="59630" y="12370"/>
                    <a:pt x="51534" y="14984"/>
                    <a:pt x="44307" y="20211"/>
                  </a:cubicBezTo>
                  <a:cubicBezTo>
                    <a:pt x="37080" y="25439"/>
                    <a:pt x="31414" y="32779"/>
                    <a:pt x="27295" y="42223"/>
                  </a:cubicBezTo>
                  <a:cubicBezTo>
                    <a:pt x="23183" y="51672"/>
                    <a:pt x="21124" y="62264"/>
                    <a:pt x="21124" y="74005"/>
                  </a:cubicBezTo>
                  <a:cubicBezTo>
                    <a:pt x="21124" y="85746"/>
                    <a:pt x="23183" y="96565"/>
                    <a:pt x="27295" y="105924"/>
                  </a:cubicBezTo>
                  <a:cubicBezTo>
                    <a:pt x="31414" y="115278"/>
                    <a:pt x="37080" y="122618"/>
                    <a:pt x="44307" y="127936"/>
                  </a:cubicBezTo>
                  <a:cubicBezTo>
                    <a:pt x="51534" y="133258"/>
                    <a:pt x="59624" y="135914"/>
                    <a:pt x="68590" y="135914"/>
                  </a:cubicBezTo>
                  <a:cubicBezTo>
                    <a:pt x="77556" y="135914"/>
                    <a:pt x="85691" y="133258"/>
                    <a:pt x="93007" y="127936"/>
                  </a:cubicBezTo>
                  <a:close/>
                </a:path>
              </a:pathLst>
            </a:custGeom>
            <a:grpFill/>
            <a:ln w="6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" name="Free-form: Shape 15">
              <a:extLst>
                <a:ext uri="{FF2B5EF4-FFF2-40B4-BE49-F238E27FC236}">
                  <a16:creationId xmlns:a16="http://schemas.microsoft.com/office/drawing/2014/main" id="{3E79BEBE-4F28-1B64-3229-278A2A0FCA0C}"/>
                </a:ext>
              </a:extLst>
            </p:cNvPr>
            <p:cNvSpPr/>
            <p:nvPr/>
          </p:nvSpPr>
          <p:spPr>
            <a:xfrm>
              <a:off x="391829" y="462601"/>
              <a:ext cx="292" cy="4"/>
            </a:xfrm>
            <a:custGeom>
              <a:avLst/>
              <a:gdLst>
                <a:gd name="connsiteX0" fmla="*/ 0 w 292"/>
                <a:gd name="connsiteY0" fmla="*/ 0 h 4"/>
                <a:gd name="connsiteX1" fmla="*/ 292 w 292"/>
                <a:gd name="connsiteY1" fmla="*/ 0 h 4"/>
                <a:gd name="connsiteX2" fmla="*/ 0 w 292"/>
                <a:gd name="connsiteY2" fmla="*/ 4 h 4"/>
                <a:gd name="connsiteX3" fmla="*/ 0 w 292"/>
                <a:gd name="connsiteY3" fmla="*/ 0 h 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" h="4">
                  <a:moveTo>
                    <a:pt x="0" y="0"/>
                  </a:moveTo>
                  <a:lnTo>
                    <a:pt x="292" y="0"/>
                  </a:lnTo>
                  <a:cubicBezTo>
                    <a:pt x="193" y="4"/>
                    <a:pt x="94" y="4"/>
                    <a:pt x="0" y="4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6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" name="Free-form: Shape 16">
              <a:extLst>
                <a:ext uri="{FF2B5EF4-FFF2-40B4-BE49-F238E27FC236}">
                  <a16:creationId xmlns:a16="http://schemas.microsoft.com/office/drawing/2014/main" id="{C6D91C27-5113-D6F8-DD50-545A13EBBEA4}"/>
                </a:ext>
              </a:extLst>
            </p:cNvPr>
            <p:cNvSpPr/>
            <p:nvPr/>
          </p:nvSpPr>
          <p:spPr>
            <a:xfrm>
              <a:off x="394371" y="476789"/>
              <a:ext cx="476" cy="4"/>
            </a:xfrm>
            <a:custGeom>
              <a:avLst/>
              <a:gdLst>
                <a:gd name="connsiteX0" fmla="*/ 476 w 476"/>
                <a:gd name="connsiteY0" fmla="*/ 0 h 4"/>
                <a:gd name="connsiteX1" fmla="*/ 0 w 476"/>
                <a:gd name="connsiteY1" fmla="*/ 4 h 4"/>
                <a:gd name="connsiteX2" fmla="*/ 476 w 476"/>
                <a:gd name="connsiteY2" fmla="*/ 0 h 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6" h="4">
                  <a:moveTo>
                    <a:pt x="476" y="0"/>
                  </a:moveTo>
                  <a:lnTo>
                    <a:pt x="0" y="4"/>
                  </a:lnTo>
                  <a:cubicBezTo>
                    <a:pt x="161" y="4"/>
                    <a:pt x="316" y="4"/>
                    <a:pt x="476" y="0"/>
                  </a:cubicBezTo>
                  <a:close/>
                </a:path>
              </a:pathLst>
            </a:custGeom>
            <a:grpFill/>
            <a:ln w="6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18" name="Title 1">
            <a:extLst>
              <a:ext uri="{FF2B5EF4-FFF2-40B4-BE49-F238E27FC236}">
                <a16:creationId xmlns:a16="http://schemas.microsoft.com/office/drawing/2014/main" id="{55FB519E-F037-3DA4-A1C7-8F1520479F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25501" y="3268448"/>
            <a:ext cx="8945261" cy="401344"/>
          </a:xfrm>
        </p:spPr>
        <p:txBody>
          <a:bodyPr/>
          <a:lstStyle>
            <a:lvl1pPr>
              <a:lnSpc>
                <a:spcPct val="100952"/>
              </a:lnSpc>
              <a:defRPr spc="-26">
                <a:solidFill>
                  <a:schemeClr val="bg1"/>
                </a:solidFill>
              </a:defRPr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.</a:t>
            </a:r>
            <a:endParaRPr lang="en-GB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9A1371C9-0DD0-D675-51AF-9B5EDD28DB4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7178" y="3067617"/>
            <a:ext cx="1144588" cy="158693"/>
          </a:xfrm>
        </p:spPr>
        <p:txBody>
          <a:bodyPr vert="horz" lIns="0" tIns="0" rIns="0" bIns="0" rtlCol="0">
            <a:noAutofit/>
          </a:bodyPr>
          <a:lstStyle>
            <a:lvl1pPr>
              <a:buNone/>
              <a:defRPr lang="en-GB" sz="1200" spc="-9" dirty="0">
                <a:solidFill>
                  <a:schemeClr val="bg1"/>
                </a:solidFill>
                <a:latin typeface="Funnel Sans Medium" pitchFamily="2" charset="0"/>
              </a:defRPr>
            </a:lvl1pPr>
          </a:lstStyle>
          <a:p>
            <a:pPr marL="0" lvl="0" indent="0">
              <a:buNone/>
            </a:pPr>
            <a:r>
              <a:rPr lang="en-US"/>
              <a:t>Section One</a:t>
            </a:r>
            <a:endParaRPr lang="en-GB"/>
          </a:p>
        </p:txBody>
      </p:sp>
      <p:sp>
        <p:nvSpPr>
          <p:cNvPr id="27" name="Text Placeholder 24">
            <a:extLst>
              <a:ext uri="{FF2B5EF4-FFF2-40B4-BE49-F238E27FC236}">
                <a16:creationId xmlns:a16="http://schemas.microsoft.com/office/drawing/2014/main" id="{13899FB2-FBD1-4075-123F-B4536AB49CE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7178" y="3360957"/>
            <a:ext cx="1144588" cy="158693"/>
          </a:xfrm>
        </p:spPr>
        <p:txBody>
          <a:bodyPr vert="horz" lIns="0" tIns="0" rIns="0" bIns="0" rtlCol="0">
            <a:noAutofit/>
          </a:bodyPr>
          <a:lstStyle>
            <a:lvl1pPr>
              <a:buNone/>
              <a:defRPr lang="en-GB" sz="1200" spc="-6" dirty="0">
                <a:solidFill>
                  <a:schemeClr val="tx2"/>
                </a:solidFill>
                <a:latin typeface="Funnel Sans Medium" pitchFamily="2" charset="0"/>
              </a:defRPr>
            </a:lvl1pPr>
          </a:lstStyle>
          <a:p>
            <a:pPr marL="0" lvl="0" indent="0">
              <a:buNone/>
            </a:pPr>
            <a:r>
              <a:rPr lang="en-US"/>
              <a:t>Section Two</a:t>
            </a:r>
            <a:endParaRPr lang="en-GB"/>
          </a:p>
        </p:txBody>
      </p:sp>
      <p:sp>
        <p:nvSpPr>
          <p:cNvPr id="28" name="Text Placeholder 24">
            <a:extLst>
              <a:ext uri="{FF2B5EF4-FFF2-40B4-BE49-F238E27FC236}">
                <a16:creationId xmlns:a16="http://schemas.microsoft.com/office/drawing/2014/main" id="{D2431CCB-56DE-6E4B-FFA1-297FA4232DE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7178" y="3654297"/>
            <a:ext cx="1144588" cy="158693"/>
          </a:xfrm>
        </p:spPr>
        <p:txBody>
          <a:bodyPr vert="horz" lIns="0" tIns="0" rIns="0" bIns="0" rtlCol="0">
            <a:noAutofit/>
          </a:bodyPr>
          <a:lstStyle>
            <a:lvl1pPr>
              <a:buNone/>
              <a:defRPr lang="en-GB" sz="1200" spc="-6" dirty="0">
                <a:solidFill>
                  <a:schemeClr val="tx2"/>
                </a:solidFill>
                <a:latin typeface="Funnel Sans Medium" pitchFamily="2" charset="0"/>
              </a:defRPr>
            </a:lvl1pPr>
          </a:lstStyle>
          <a:p>
            <a:pPr marL="0" lvl="0" indent="0">
              <a:buNone/>
            </a:pPr>
            <a:r>
              <a:rPr lang="en-US"/>
              <a:t>Section Three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3528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Page-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03D0F0-7052-5160-A771-5119F33D0F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pc="0">
                <a:solidFill>
                  <a:schemeClr val="bg1"/>
                </a:solidFill>
              </a:defRPr>
            </a:lvl1pPr>
          </a:lstStyle>
          <a:p>
            <a:r>
              <a:rPr lang="en-US"/>
              <a:t>Confidential</a:t>
            </a:r>
            <a:endParaRPr lang="en-GB" spc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EDDD5D-8453-021D-0AFE-5BD4B5D976D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41E5F93-45D3-472F-9EA1-BCB47A04FF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0E650826-C49B-4E4D-633C-3F0654915E1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57179" y="1091036"/>
            <a:ext cx="10131425" cy="158693"/>
          </a:xfrm>
        </p:spPr>
        <p:txBody>
          <a:bodyPr/>
          <a:lstStyle>
            <a:lvl1pPr marL="0" indent="0" algn="l">
              <a:buNone/>
              <a:defRPr sz="1200" spc="-10">
                <a:solidFill>
                  <a:schemeClr val="bg1"/>
                </a:solidFill>
                <a:latin typeface="Funnel Sans Medium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Agenda or Date</a:t>
            </a: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45FB2E71-CF98-96CB-FAEB-10749E7CDB00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257179" y="1396445"/>
            <a:ext cx="10131425" cy="3835400"/>
          </a:xfrm>
        </p:spPr>
        <p:txBody>
          <a:bodyPr/>
          <a:lstStyle/>
          <a:p>
            <a:endParaRPr lang="en-GB"/>
          </a:p>
        </p:txBody>
      </p:sp>
      <p:grpSp>
        <p:nvGrpSpPr>
          <p:cNvPr id="2" name="Graphic 8">
            <a:extLst>
              <a:ext uri="{FF2B5EF4-FFF2-40B4-BE49-F238E27FC236}">
                <a16:creationId xmlns:a16="http://schemas.microsoft.com/office/drawing/2014/main" id="{90A17A9B-0C48-1515-ED38-C14C78957454}"/>
              </a:ext>
            </a:extLst>
          </p:cNvPr>
          <p:cNvGrpSpPr/>
          <p:nvPr userDrawn="1"/>
        </p:nvGrpSpPr>
        <p:grpSpPr>
          <a:xfrm>
            <a:off x="257178" y="255588"/>
            <a:ext cx="895347" cy="306976"/>
            <a:chOff x="257178" y="255588"/>
            <a:chExt cx="895347" cy="306976"/>
          </a:xfrm>
          <a:solidFill>
            <a:schemeClr val="bg1"/>
          </a:solidFill>
        </p:grpSpPr>
        <p:sp>
          <p:nvSpPr>
            <p:cNvPr id="5" name="Free-form: Shape 4">
              <a:extLst>
                <a:ext uri="{FF2B5EF4-FFF2-40B4-BE49-F238E27FC236}">
                  <a16:creationId xmlns:a16="http://schemas.microsoft.com/office/drawing/2014/main" id="{B92FA4EC-976C-DA82-9504-58AF70C402D3}"/>
                </a:ext>
              </a:extLst>
            </p:cNvPr>
            <p:cNvSpPr/>
            <p:nvPr/>
          </p:nvSpPr>
          <p:spPr>
            <a:xfrm>
              <a:off x="327676" y="255588"/>
              <a:ext cx="159207" cy="192734"/>
            </a:xfrm>
            <a:custGeom>
              <a:avLst/>
              <a:gdLst>
                <a:gd name="connsiteX0" fmla="*/ 158895 w 159207"/>
                <a:gd name="connsiteY0" fmla="*/ 106567 h 192734"/>
                <a:gd name="connsiteX1" fmla="*/ 129009 w 159207"/>
                <a:gd name="connsiteY1" fmla="*/ 48240 h 192734"/>
                <a:gd name="connsiteX2" fmla="*/ 79602 w 159207"/>
                <a:gd name="connsiteY2" fmla="*/ 0 h 192734"/>
                <a:gd name="connsiteX3" fmla="*/ 53905 w 159207"/>
                <a:gd name="connsiteY3" fmla="*/ 23666 h 192734"/>
                <a:gd name="connsiteX4" fmla="*/ 30194 w 159207"/>
                <a:gd name="connsiteY4" fmla="*/ 48240 h 192734"/>
                <a:gd name="connsiteX5" fmla="*/ 308 w 159207"/>
                <a:gd name="connsiteY5" fmla="*/ 106567 h 192734"/>
                <a:gd name="connsiteX6" fmla="*/ 78866 w 159207"/>
                <a:gd name="connsiteY6" fmla="*/ 192728 h 192734"/>
                <a:gd name="connsiteX7" fmla="*/ 81251 w 159207"/>
                <a:gd name="connsiteY7" fmla="*/ 192728 h 192734"/>
                <a:gd name="connsiteX8" fmla="*/ 81699 w 159207"/>
                <a:gd name="connsiteY8" fmla="*/ 192728 h 192734"/>
                <a:gd name="connsiteX9" fmla="*/ 158900 w 159207"/>
                <a:gd name="connsiteY9" fmla="*/ 106567 h 192734"/>
                <a:gd name="connsiteX10" fmla="*/ 158895 w 159207"/>
                <a:gd name="connsiteY10" fmla="*/ 106567 h 192734"/>
                <a:gd name="connsiteX11" fmla="*/ 81308 w 159207"/>
                <a:gd name="connsiteY11" fmla="*/ 179399 h 192734"/>
                <a:gd name="connsiteX12" fmla="*/ 80063 w 159207"/>
                <a:gd name="connsiteY12" fmla="*/ 179399 h 192734"/>
                <a:gd name="connsiteX13" fmla="*/ 79140 w 159207"/>
                <a:gd name="connsiteY13" fmla="*/ 179399 h 192734"/>
                <a:gd name="connsiteX14" fmla="*/ 78866 w 159207"/>
                <a:gd name="connsiteY14" fmla="*/ 179399 h 192734"/>
                <a:gd name="connsiteX15" fmla="*/ 17138 w 159207"/>
                <a:gd name="connsiteY15" fmla="*/ 108254 h 192734"/>
                <a:gd name="connsiteX16" fmla="*/ 43900 w 159207"/>
                <a:gd name="connsiteY16" fmla="*/ 65072 h 192734"/>
                <a:gd name="connsiteX17" fmla="*/ 79606 w 159207"/>
                <a:gd name="connsiteY17" fmla="*/ 29806 h 192734"/>
                <a:gd name="connsiteX18" fmla="*/ 115304 w 159207"/>
                <a:gd name="connsiteY18" fmla="*/ 65072 h 192734"/>
                <a:gd name="connsiteX19" fmla="*/ 142069 w 159207"/>
                <a:gd name="connsiteY19" fmla="*/ 108254 h 192734"/>
                <a:gd name="connsiteX20" fmla="*/ 81312 w 159207"/>
                <a:gd name="connsiteY20" fmla="*/ 179395 h 192734"/>
                <a:gd name="connsiteX21" fmla="*/ 81308 w 159207"/>
                <a:gd name="connsiteY21" fmla="*/ 179399 h 192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59207" h="192734">
                  <a:moveTo>
                    <a:pt x="158895" y="106567"/>
                  </a:moveTo>
                  <a:cubicBezTo>
                    <a:pt x="157656" y="83945"/>
                    <a:pt x="144539" y="66206"/>
                    <a:pt x="129009" y="48240"/>
                  </a:cubicBezTo>
                  <a:cubicBezTo>
                    <a:pt x="114399" y="31347"/>
                    <a:pt x="96852" y="15678"/>
                    <a:pt x="79602" y="0"/>
                  </a:cubicBezTo>
                  <a:cubicBezTo>
                    <a:pt x="70972" y="7837"/>
                    <a:pt x="62272" y="15678"/>
                    <a:pt x="53905" y="23666"/>
                  </a:cubicBezTo>
                  <a:cubicBezTo>
                    <a:pt x="45539" y="31654"/>
                    <a:pt x="37499" y="39798"/>
                    <a:pt x="30194" y="48240"/>
                  </a:cubicBezTo>
                  <a:cubicBezTo>
                    <a:pt x="14664" y="66206"/>
                    <a:pt x="1547" y="83945"/>
                    <a:pt x="308" y="106567"/>
                  </a:cubicBezTo>
                  <a:cubicBezTo>
                    <a:pt x="-3811" y="151328"/>
                    <a:pt x="33997" y="193305"/>
                    <a:pt x="78866" y="192728"/>
                  </a:cubicBezTo>
                  <a:lnTo>
                    <a:pt x="81251" y="192728"/>
                  </a:lnTo>
                  <a:cubicBezTo>
                    <a:pt x="81402" y="192728"/>
                    <a:pt x="81548" y="192728"/>
                    <a:pt x="81699" y="192728"/>
                  </a:cubicBezTo>
                  <a:cubicBezTo>
                    <a:pt x="125974" y="192454"/>
                    <a:pt x="162977" y="150874"/>
                    <a:pt x="158900" y="106567"/>
                  </a:cubicBezTo>
                  <a:lnTo>
                    <a:pt x="158895" y="106567"/>
                  </a:lnTo>
                  <a:close/>
                  <a:moveTo>
                    <a:pt x="81308" y="179399"/>
                  </a:moveTo>
                  <a:cubicBezTo>
                    <a:pt x="80898" y="179399"/>
                    <a:pt x="80478" y="179399"/>
                    <a:pt x="80063" y="179399"/>
                  </a:cubicBezTo>
                  <a:lnTo>
                    <a:pt x="79140" y="179399"/>
                  </a:lnTo>
                  <a:cubicBezTo>
                    <a:pt x="79045" y="179399"/>
                    <a:pt x="78956" y="179399"/>
                    <a:pt x="78866" y="179399"/>
                  </a:cubicBezTo>
                  <a:cubicBezTo>
                    <a:pt x="42353" y="179518"/>
                    <a:pt x="11345" y="144512"/>
                    <a:pt x="17138" y="108254"/>
                  </a:cubicBezTo>
                  <a:cubicBezTo>
                    <a:pt x="19189" y="90355"/>
                    <a:pt x="27672" y="81652"/>
                    <a:pt x="43900" y="65072"/>
                  </a:cubicBezTo>
                  <a:cubicBezTo>
                    <a:pt x="56116" y="52589"/>
                    <a:pt x="68488" y="41963"/>
                    <a:pt x="79606" y="29806"/>
                  </a:cubicBezTo>
                  <a:cubicBezTo>
                    <a:pt x="90720" y="41968"/>
                    <a:pt x="103092" y="52593"/>
                    <a:pt x="115304" y="65072"/>
                  </a:cubicBezTo>
                  <a:cubicBezTo>
                    <a:pt x="131536" y="81658"/>
                    <a:pt x="140020" y="90359"/>
                    <a:pt x="142069" y="108254"/>
                  </a:cubicBezTo>
                  <a:cubicBezTo>
                    <a:pt x="147810" y="144186"/>
                    <a:pt x="117406" y="178899"/>
                    <a:pt x="81312" y="179395"/>
                  </a:cubicBezTo>
                  <a:lnTo>
                    <a:pt x="81308" y="179399"/>
                  </a:lnTo>
                  <a:close/>
                </a:path>
              </a:pathLst>
            </a:custGeom>
            <a:grpFill/>
            <a:ln w="6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" name="Free-form: Shape 5">
              <a:extLst>
                <a:ext uri="{FF2B5EF4-FFF2-40B4-BE49-F238E27FC236}">
                  <a16:creationId xmlns:a16="http://schemas.microsoft.com/office/drawing/2014/main" id="{D4B48300-E7E6-EC2C-F589-F5BBD059681E}"/>
                </a:ext>
              </a:extLst>
            </p:cNvPr>
            <p:cNvSpPr/>
            <p:nvPr/>
          </p:nvSpPr>
          <p:spPr>
            <a:xfrm>
              <a:off x="380344" y="378826"/>
              <a:ext cx="177022" cy="158693"/>
            </a:xfrm>
            <a:custGeom>
              <a:avLst/>
              <a:gdLst>
                <a:gd name="connsiteX0" fmla="*/ 11643 w 177022"/>
                <a:gd name="connsiteY0" fmla="*/ 37789 h 158693"/>
                <a:gd name="connsiteX1" fmla="*/ 11416 w 177022"/>
                <a:gd name="connsiteY1" fmla="*/ 38176 h 158693"/>
                <a:gd name="connsiteX2" fmla="*/ 10224 w 177022"/>
                <a:gd name="connsiteY2" fmla="*/ 40246 h 158693"/>
                <a:gd name="connsiteX3" fmla="*/ 45346 w 177022"/>
                <a:gd name="connsiteY3" fmla="*/ 151559 h 158693"/>
                <a:gd name="connsiteX4" fmla="*/ 110657 w 177022"/>
                <a:gd name="connsiteY4" fmla="*/ 154768 h 158693"/>
                <a:gd name="connsiteX5" fmla="*/ 143738 w 177022"/>
                <a:gd name="connsiteY5" fmla="*/ 146459 h 158693"/>
                <a:gd name="connsiteX6" fmla="*/ 177022 w 177022"/>
                <a:gd name="connsiteY6" fmla="*/ 135975 h 158693"/>
                <a:gd name="connsiteX7" fmla="*/ 160069 w 177022"/>
                <a:gd name="connsiteY7" fmla="*/ 68937 h 158693"/>
                <a:gd name="connsiteX8" fmla="*/ 124645 w 177022"/>
                <a:gd name="connsiteY8" fmla="*/ 13820 h 158693"/>
                <a:gd name="connsiteX9" fmla="*/ 11643 w 177022"/>
                <a:gd name="connsiteY9" fmla="*/ 37789 h 158693"/>
                <a:gd name="connsiteX10" fmla="*/ 114771 w 177022"/>
                <a:gd name="connsiteY10" fmla="*/ 27593 h 158693"/>
                <a:gd name="connsiteX11" fmla="*/ 138681 w 177022"/>
                <a:gd name="connsiteY11" fmla="*/ 72430 h 158693"/>
                <a:gd name="connsiteX12" fmla="*/ 151288 w 177022"/>
                <a:gd name="connsiteY12" fmla="*/ 121067 h 158693"/>
                <a:gd name="connsiteX13" fmla="*/ 102978 w 177022"/>
                <a:gd name="connsiteY13" fmla="*/ 134444 h 158693"/>
                <a:gd name="connsiteX14" fmla="*/ 52308 w 177022"/>
                <a:gd name="connsiteY14" fmla="*/ 136093 h 158693"/>
                <a:gd name="connsiteX15" fmla="*/ 21733 w 177022"/>
                <a:gd name="connsiteY15" fmla="*/ 46911 h 158693"/>
                <a:gd name="connsiteX16" fmla="*/ 21875 w 177022"/>
                <a:gd name="connsiteY16" fmla="*/ 46675 h 158693"/>
                <a:gd name="connsiteX17" fmla="*/ 22336 w 177022"/>
                <a:gd name="connsiteY17" fmla="*/ 45871 h 158693"/>
                <a:gd name="connsiteX18" fmla="*/ 22959 w 177022"/>
                <a:gd name="connsiteY18" fmla="*/ 44789 h 158693"/>
                <a:gd name="connsiteX19" fmla="*/ 114771 w 177022"/>
                <a:gd name="connsiteY19" fmla="*/ 27589 h 158693"/>
                <a:gd name="connsiteX20" fmla="*/ 114771 w 177022"/>
                <a:gd name="connsiteY20" fmla="*/ 27593 h 158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77022" h="158693">
                  <a:moveTo>
                    <a:pt x="11643" y="37789"/>
                  </a:moveTo>
                  <a:cubicBezTo>
                    <a:pt x="11562" y="37917"/>
                    <a:pt x="11492" y="38044"/>
                    <a:pt x="11416" y="38176"/>
                  </a:cubicBezTo>
                  <a:lnTo>
                    <a:pt x="10224" y="40246"/>
                  </a:lnTo>
                  <a:cubicBezTo>
                    <a:pt x="-12710" y="78934"/>
                    <a:pt x="4634" y="132756"/>
                    <a:pt x="45346" y="151559"/>
                  </a:cubicBezTo>
                  <a:cubicBezTo>
                    <a:pt x="65500" y="161792"/>
                    <a:pt x="87378" y="159272"/>
                    <a:pt x="110657" y="154768"/>
                  </a:cubicBezTo>
                  <a:cubicBezTo>
                    <a:pt x="121600" y="152646"/>
                    <a:pt x="132653" y="149734"/>
                    <a:pt x="143738" y="146459"/>
                  </a:cubicBezTo>
                  <a:cubicBezTo>
                    <a:pt x="154818" y="143183"/>
                    <a:pt x="165942" y="139549"/>
                    <a:pt x="177022" y="135975"/>
                  </a:cubicBezTo>
                  <a:cubicBezTo>
                    <a:pt x="172111" y="113145"/>
                    <a:pt x="167351" y="90075"/>
                    <a:pt x="160069" y="68937"/>
                  </a:cubicBezTo>
                  <a:cubicBezTo>
                    <a:pt x="152320" y="46472"/>
                    <a:pt x="143559" y="26209"/>
                    <a:pt x="124645" y="13820"/>
                  </a:cubicBezTo>
                  <a:cubicBezTo>
                    <a:pt x="88419" y="-11874"/>
                    <a:pt x="34016" y="-525"/>
                    <a:pt x="11643" y="37789"/>
                  </a:cubicBezTo>
                  <a:close/>
                  <a:moveTo>
                    <a:pt x="114771" y="27593"/>
                  </a:moveTo>
                  <a:cubicBezTo>
                    <a:pt x="129202" y="38323"/>
                    <a:pt x="132474" y="50040"/>
                    <a:pt x="138681" y="72430"/>
                  </a:cubicBezTo>
                  <a:cubicBezTo>
                    <a:pt x="143352" y="89276"/>
                    <a:pt x="146339" y="105337"/>
                    <a:pt x="151288" y="121067"/>
                  </a:cubicBezTo>
                  <a:cubicBezTo>
                    <a:pt x="135226" y="124640"/>
                    <a:pt x="119866" y="130076"/>
                    <a:pt x="102978" y="134444"/>
                  </a:cubicBezTo>
                  <a:cubicBezTo>
                    <a:pt x="80544" y="140243"/>
                    <a:pt x="68790" y="143259"/>
                    <a:pt x="52308" y="136093"/>
                  </a:cubicBezTo>
                  <a:cubicBezTo>
                    <a:pt x="18099" y="122996"/>
                    <a:pt x="3376" y="78561"/>
                    <a:pt x="21733" y="46911"/>
                  </a:cubicBezTo>
                  <a:cubicBezTo>
                    <a:pt x="21776" y="46835"/>
                    <a:pt x="21823" y="46755"/>
                    <a:pt x="21875" y="46675"/>
                  </a:cubicBezTo>
                  <a:lnTo>
                    <a:pt x="22336" y="45871"/>
                  </a:lnTo>
                  <a:cubicBezTo>
                    <a:pt x="22539" y="45507"/>
                    <a:pt x="22747" y="45148"/>
                    <a:pt x="22959" y="44789"/>
                  </a:cubicBezTo>
                  <a:cubicBezTo>
                    <a:pt x="41434" y="13692"/>
                    <a:pt x="86610" y="4636"/>
                    <a:pt x="114771" y="27589"/>
                  </a:cubicBezTo>
                  <a:lnTo>
                    <a:pt x="114771" y="27593"/>
                  </a:lnTo>
                  <a:close/>
                </a:path>
              </a:pathLst>
            </a:custGeom>
            <a:grpFill/>
            <a:ln w="6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" name="Free-form: Shape 7">
              <a:extLst>
                <a:ext uri="{FF2B5EF4-FFF2-40B4-BE49-F238E27FC236}">
                  <a16:creationId xmlns:a16="http://schemas.microsoft.com/office/drawing/2014/main" id="{EA2FCC75-9BAA-C54B-469C-5E1CD96B6EF9}"/>
                </a:ext>
              </a:extLst>
            </p:cNvPr>
            <p:cNvSpPr/>
            <p:nvPr/>
          </p:nvSpPr>
          <p:spPr>
            <a:xfrm>
              <a:off x="257178" y="378821"/>
              <a:ext cx="177022" cy="158699"/>
            </a:xfrm>
            <a:custGeom>
              <a:avLst/>
              <a:gdLst>
                <a:gd name="connsiteX0" fmla="*/ 52377 w 177022"/>
                <a:gd name="connsiteY0" fmla="*/ 13825 h 158699"/>
                <a:gd name="connsiteX1" fmla="*/ 16953 w 177022"/>
                <a:gd name="connsiteY1" fmla="*/ 68942 h 158699"/>
                <a:gd name="connsiteX2" fmla="*/ 0 w 177022"/>
                <a:gd name="connsiteY2" fmla="*/ 135975 h 158699"/>
                <a:gd name="connsiteX3" fmla="*/ 33284 w 177022"/>
                <a:gd name="connsiteY3" fmla="*/ 146464 h 158699"/>
                <a:gd name="connsiteX4" fmla="*/ 66366 w 177022"/>
                <a:gd name="connsiteY4" fmla="*/ 154773 h 158699"/>
                <a:gd name="connsiteX5" fmla="*/ 131676 w 177022"/>
                <a:gd name="connsiteY5" fmla="*/ 151564 h 158699"/>
                <a:gd name="connsiteX6" fmla="*/ 166798 w 177022"/>
                <a:gd name="connsiteY6" fmla="*/ 40251 h 158699"/>
                <a:gd name="connsiteX7" fmla="*/ 165606 w 177022"/>
                <a:gd name="connsiteY7" fmla="*/ 38177 h 158699"/>
                <a:gd name="connsiteX8" fmla="*/ 165380 w 177022"/>
                <a:gd name="connsiteY8" fmla="*/ 37789 h 158699"/>
                <a:gd name="connsiteX9" fmla="*/ 52377 w 177022"/>
                <a:gd name="connsiteY9" fmla="*/ 13820 h 158699"/>
                <a:gd name="connsiteX10" fmla="*/ 52377 w 177022"/>
                <a:gd name="connsiteY10" fmla="*/ 13825 h 158699"/>
                <a:gd name="connsiteX11" fmla="*/ 154068 w 177022"/>
                <a:gd name="connsiteY11" fmla="*/ 44798 h 158699"/>
                <a:gd name="connsiteX12" fmla="*/ 154690 w 177022"/>
                <a:gd name="connsiteY12" fmla="*/ 45881 h 158699"/>
                <a:gd name="connsiteX13" fmla="*/ 155152 w 177022"/>
                <a:gd name="connsiteY13" fmla="*/ 46684 h 158699"/>
                <a:gd name="connsiteX14" fmla="*/ 155293 w 177022"/>
                <a:gd name="connsiteY14" fmla="*/ 46921 h 158699"/>
                <a:gd name="connsiteX15" fmla="*/ 124719 w 177022"/>
                <a:gd name="connsiteY15" fmla="*/ 136102 h 158699"/>
                <a:gd name="connsiteX16" fmla="*/ 74048 w 177022"/>
                <a:gd name="connsiteY16" fmla="*/ 134453 h 158699"/>
                <a:gd name="connsiteX17" fmla="*/ 25738 w 177022"/>
                <a:gd name="connsiteY17" fmla="*/ 121077 h 158699"/>
                <a:gd name="connsiteX18" fmla="*/ 38346 w 177022"/>
                <a:gd name="connsiteY18" fmla="*/ 72440 h 158699"/>
                <a:gd name="connsiteX19" fmla="*/ 62256 w 177022"/>
                <a:gd name="connsiteY19" fmla="*/ 27603 h 158699"/>
                <a:gd name="connsiteX20" fmla="*/ 154068 w 177022"/>
                <a:gd name="connsiteY20" fmla="*/ 44803 h 158699"/>
                <a:gd name="connsiteX21" fmla="*/ 154068 w 177022"/>
                <a:gd name="connsiteY21" fmla="*/ 44798 h 158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77022" h="158699">
                  <a:moveTo>
                    <a:pt x="52377" y="13825"/>
                  </a:moveTo>
                  <a:cubicBezTo>
                    <a:pt x="33463" y="26213"/>
                    <a:pt x="24702" y="46476"/>
                    <a:pt x="16953" y="68942"/>
                  </a:cubicBezTo>
                  <a:cubicBezTo>
                    <a:pt x="9671" y="90080"/>
                    <a:pt x="4911" y="113150"/>
                    <a:pt x="0" y="135975"/>
                  </a:cubicBezTo>
                  <a:cubicBezTo>
                    <a:pt x="11081" y="139553"/>
                    <a:pt x="22204" y="143188"/>
                    <a:pt x="33284" y="146464"/>
                  </a:cubicBezTo>
                  <a:cubicBezTo>
                    <a:pt x="44365" y="149739"/>
                    <a:pt x="55417" y="152650"/>
                    <a:pt x="66366" y="154773"/>
                  </a:cubicBezTo>
                  <a:cubicBezTo>
                    <a:pt x="89644" y="159277"/>
                    <a:pt x="111518" y="161801"/>
                    <a:pt x="131676" y="151564"/>
                  </a:cubicBezTo>
                  <a:cubicBezTo>
                    <a:pt x="172388" y="132761"/>
                    <a:pt x="189732" y="78934"/>
                    <a:pt x="166798" y="40251"/>
                  </a:cubicBezTo>
                  <a:lnTo>
                    <a:pt x="165606" y="38177"/>
                  </a:lnTo>
                  <a:cubicBezTo>
                    <a:pt x="165530" y="38044"/>
                    <a:pt x="165459" y="37916"/>
                    <a:pt x="165380" y="37789"/>
                  </a:cubicBezTo>
                  <a:cubicBezTo>
                    <a:pt x="143006" y="-525"/>
                    <a:pt x="88598" y="-11874"/>
                    <a:pt x="52377" y="13820"/>
                  </a:cubicBezTo>
                  <a:lnTo>
                    <a:pt x="52377" y="13825"/>
                  </a:lnTo>
                  <a:close/>
                  <a:moveTo>
                    <a:pt x="154068" y="44798"/>
                  </a:moveTo>
                  <a:cubicBezTo>
                    <a:pt x="154275" y="45153"/>
                    <a:pt x="154488" y="45517"/>
                    <a:pt x="154690" y="45881"/>
                  </a:cubicBezTo>
                  <a:lnTo>
                    <a:pt x="155152" y="46684"/>
                  </a:lnTo>
                  <a:cubicBezTo>
                    <a:pt x="155204" y="46765"/>
                    <a:pt x="155251" y="46845"/>
                    <a:pt x="155293" y="46921"/>
                  </a:cubicBezTo>
                  <a:cubicBezTo>
                    <a:pt x="173651" y="78570"/>
                    <a:pt x="158927" y="123005"/>
                    <a:pt x="124719" y="136102"/>
                  </a:cubicBezTo>
                  <a:cubicBezTo>
                    <a:pt x="108237" y="143273"/>
                    <a:pt x="96483" y="140258"/>
                    <a:pt x="74048" y="134453"/>
                  </a:cubicBezTo>
                  <a:cubicBezTo>
                    <a:pt x="57161" y="130086"/>
                    <a:pt x="41801" y="124650"/>
                    <a:pt x="25738" y="121077"/>
                  </a:cubicBezTo>
                  <a:cubicBezTo>
                    <a:pt x="30683" y="105347"/>
                    <a:pt x="33671" y="89285"/>
                    <a:pt x="38346" y="72440"/>
                  </a:cubicBezTo>
                  <a:cubicBezTo>
                    <a:pt x="44553" y="50049"/>
                    <a:pt x="47824" y="38333"/>
                    <a:pt x="62256" y="27603"/>
                  </a:cubicBezTo>
                  <a:cubicBezTo>
                    <a:pt x="90417" y="4650"/>
                    <a:pt x="135593" y="13702"/>
                    <a:pt x="154068" y="44803"/>
                  </a:cubicBezTo>
                  <a:lnTo>
                    <a:pt x="154068" y="44798"/>
                  </a:lnTo>
                  <a:close/>
                </a:path>
              </a:pathLst>
            </a:custGeom>
            <a:grpFill/>
            <a:ln w="6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" name="Free-form: Shape 9">
              <a:extLst>
                <a:ext uri="{FF2B5EF4-FFF2-40B4-BE49-F238E27FC236}">
                  <a16:creationId xmlns:a16="http://schemas.microsoft.com/office/drawing/2014/main" id="{C1D0F2D6-F69A-C4D1-35DD-13FBD7B25F12}"/>
                </a:ext>
              </a:extLst>
            </p:cNvPr>
            <p:cNvSpPr/>
            <p:nvPr/>
          </p:nvSpPr>
          <p:spPr>
            <a:xfrm>
              <a:off x="392123" y="462596"/>
              <a:ext cx="984" cy="4"/>
            </a:xfrm>
            <a:custGeom>
              <a:avLst/>
              <a:gdLst>
                <a:gd name="connsiteX0" fmla="*/ 985 w 984"/>
                <a:gd name="connsiteY0" fmla="*/ 4 h 4"/>
                <a:gd name="connsiteX1" fmla="*/ 0 w 984"/>
                <a:gd name="connsiteY1" fmla="*/ 4 h 4"/>
                <a:gd name="connsiteX2" fmla="*/ 490 w 984"/>
                <a:gd name="connsiteY2" fmla="*/ 0 h 4"/>
                <a:gd name="connsiteX3" fmla="*/ 985 w 984"/>
                <a:gd name="connsiteY3" fmla="*/ 4 h 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4" h="4">
                  <a:moveTo>
                    <a:pt x="985" y="4"/>
                  </a:moveTo>
                  <a:lnTo>
                    <a:pt x="0" y="4"/>
                  </a:lnTo>
                  <a:cubicBezTo>
                    <a:pt x="160" y="4"/>
                    <a:pt x="325" y="0"/>
                    <a:pt x="490" y="0"/>
                  </a:cubicBezTo>
                  <a:cubicBezTo>
                    <a:pt x="655" y="4"/>
                    <a:pt x="820" y="4"/>
                    <a:pt x="985" y="4"/>
                  </a:cubicBezTo>
                  <a:close/>
                </a:path>
              </a:pathLst>
            </a:custGeom>
            <a:grpFill/>
            <a:ln w="6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1" name="Free-form: Shape 10">
              <a:extLst>
                <a:ext uri="{FF2B5EF4-FFF2-40B4-BE49-F238E27FC236}">
                  <a16:creationId xmlns:a16="http://schemas.microsoft.com/office/drawing/2014/main" id="{81FE0DA3-BFBB-5A05-D3B9-D06A9C5F5B86}"/>
                </a:ext>
              </a:extLst>
            </p:cNvPr>
            <p:cNvSpPr/>
            <p:nvPr/>
          </p:nvSpPr>
          <p:spPr>
            <a:xfrm>
              <a:off x="603750" y="307231"/>
              <a:ext cx="139631" cy="203888"/>
            </a:xfrm>
            <a:custGeom>
              <a:avLst/>
              <a:gdLst>
                <a:gd name="connsiteX0" fmla="*/ 26064 w 139631"/>
                <a:gd name="connsiteY0" fmla="*/ 191362 h 203888"/>
                <a:gd name="connsiteX1" fmla="*/ 0 w 139631"/>
                <a:gd name="connsiteY1" fmla="*/ 159032 h 203888"/>
                <a:gd name="connsiteX2" fmla="*/ 15092 w 139631"/>
                <a:gd name="connsiteY2" fmla="*/ 142248 h 203888"/>
                <a:gd name="connsiteX3" fmla="*/ 17288 w 139631"/>
                <a:gd name="connsiteY3" fmla="*/ 142522 h 203888"/>
                <a:gd name="connsiteX4" fmla="*/ 35942 w 139631"/>
                <a:gd name="connsiteY4" fmla="*/ 177329 h 203888"/>
                <a:gd name="connsiteX5" fmla="*/ 71612 w 139631"/>
                <a:gd name="connsiteY5" fmla="*/ 190398 h 203888"/>
                <a:gd name="connsiteX6" fmla="*/ 105768 w 139631"/>
                <a:gd name="connsiteY6" fmla="*/ 179669 h 203888"/>
                <a:gd name="connsiteX7" fmla="*/ 118800 w 139631"/>
                <a:gd name="connsiteY7" fmla="*/ 151054 h 203888"/>
                <a:gd name="connsiteX8" fmla="*/ 110156 w 139631"/>
                <a:gd name="connsiteY8" fmla="*/ 126017 h 203888"/>
                <a:gd name="connsiteX9" fmla="*/ 84502 w 139631"/>
                <a:gd name="connsiteY9" fmla="*/ 111161 h 203888"/>
                <a:gd name="connsiteX10" fmla="*/ 53773 w 139631"/>
                <a:gd name="connsiteY10" fmla="*/ 101807 h 203888"/>
                <a:gd name="connsiteX11" fmla="*/ 19475 w 139631"/>
                <a:gd name="connsiteY11" fmla="*/ 82546 h 203888"/>
                <a:gd name="connsiteX12" fmla="*/ 7678 w 139631"/>
                <a:gd name="connsiteY12" fmla="*/ 51180 h 203888"/>
                <a:gd name="connsiteX13" fmla="*/ 15770 w 139631"/>
                <a:gd name="connsiteY13" fmla="*/ 24215 h 203888"/>
                <a:gd name="connsiteX14" fmla="*/ 38130 w 139631"/>
                <a:gd name="connsiteY14" fmla="*/ 6329 h 203888"/>
                <a:gd name="connsiteX15" fmla="*/ 70777 w 139631"/>
                <a:gd name="connsiteY15" fmla="*/ 0 h 203888"/>
                <a:gd name="connsiteX16" fmla="*/ 110971 w 139631"/>
                <a:gd name="connsiteY16" fmla="*/ 10181 h 203888"/>
                <a:gd name="connsiteX17" fmla="*/ 134702 w 139631"/>
                <a:gd name="connsiteY17" fmla="*/ 36872 h 203888"/>
                <a:gd name="connsiteX18" fmla="*/ 120982 w 139631"/>
                <a:gd name="connsiteY18" fmla="*/ 53382 h 203888"/>
                <a:gd name="connsiteX19" fmla="*/ 118786 w 139631"/>
                <a:gd name="connsiteY19" fmla="*/ 53108 h 203888"/>
                <a:gd name="connsiteX20" fmla="*/ 101912 w 139631"/>
                <a:gd name="connsiteY20" fmla="*/ 24082 h 203888"/>
                <a:gd name="connsiteX21" fmla="*/ 70773 w 139631"/>
                <a:gd name="connsiteY21" fmla="*/ 13490 h 203888"/>
                <a:gd name="connsiteX22" fmla="*/ 39496 w 139631"/>
                <a:gd name="connsiteY22" fmla="*/ 22707 h 203888"/>
                <a:gd name="connsiteX23" fmla="*/ 27699 w 139631"/>
                <a:gd name="connsiteY23" fmla="*/ 47333 h 203888"/>
                <a:gd name="connsiteX24" fmla="*/ 35928 w 139631"/>
                <a:gd name="connsiteY24" fmla="*/ 68243 h 203888"/>
                <a:gd name="connsiteX25" fmla="*/ 60621 w 139631"/>
                <a:gd name="connsiteY25" fmla="*/ 81175 h 203888"/>
                <a:gd name="connsiteX26" fmla="*/ 92170 w 139631"/>
                <a:gd name="connsiteY26" fmla="*/ 91082 h 203888"/>
                <a:gd name="connsiteX27" fmla="*/ 127425 w 139631"/>
                <a:gd name="connsiteY27" fmla="*/ 111856 h 203888"/>
                <a:gd name="connsiteX28" fmla="*/ 139632 w 139631"/>
                <a:gd name="connsiteY28" fmla="*/ 147211 h 203888"/>
                <a:gd name="connsiteX29" fmla="*/ 130988 w 139631"/>
                <a:gd name="connsiteY29" fmla="*/ 176790 h 203888"/>
                <a:gd name="connsiteX30" fmla="*/ 106706 w 139631"/>
                <a:gd name="connsiteY30" fmla="*/ 196736 h 203888"/>
                <a:gd name="connsiteX31" fmla="*/ 71314 w 139631"/>
                <a:gd name="connsiteY31" fmla="*/ 203888 h 203888"/>
                <a:gd name="connsiteX32" fmla="*/ 26045 w 139631"/>
                <a:gd name="connsiteY32" fmla="*/ 191367 h 203888"/>
                <a:gd name="connsiteX33" fmla="*/ 26064 w 139631"/>
                <a:gd name="connsiteY33" fmla="*/ 191362 h 20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39631" h="203888">
                  <a:moveTo>
                    <a:pt x="26064" y="191362"/>
                  </a:moveTo>
                  <a:cubicBezTo>
                    <a:pt x="12711" y="183015"/>
                    <a:pt x="4020" y="172238"/>
                    <a:pt x="0" y="159032"/>
                  </a:cubicBezTo>
                  <a:lnTo>
                    <a:pt x="15092" y="142248"/>
                  </a:lnTo>
                  <a:lnTo>
                    <a:pt x="17288" y="142522"/>
                  </a:lnTo>
                  <a:cubicBezTo>
                    <a:pt x="19663" y="157014"/>
                    <a:pt x="25884" y="168618"/>
                    <a:pt x="35942" y="177329"/>
                  </a:cubicBezTo>
                  <a:cubicBezTo>
                    <a:pt x="46000" y="186045"/>
                    <a:pt x="57892" y="190398"/>
                    <a:pt x="71612" y="190398"/>
                  </a:cubicBezTo>
                  <a:cubicBezTo>
                    <a:pt x="85332" y="190398"/>
                    <a:pt x="97081" y="186820"/>
                    <a:pt x="105768" y="179669"/>
                  </a:cubicBezTo>
                  <a:cubicBezTo>
                    <a:pt x="114454" y="172513"/>
                    <a:pt x="118800" y="162979"/>
                    <a:pt x="118800" y="151054"/>
                  </a:cubicBezTo>
                  <a:cubicBezTo>
                    <a:pt x="118800" y="140783"/>
                    <a:pt x="115920" y="132440"/>
                    <a:pt x="110156" y="126017"/>
                  </a:cubicBezTo>
                  <a:cubicBezTo>
                    <a:pt x="104396" y="119598"/>
                    <a:pt x="95842" y="114645"/>
                    <a:pt x="84502" y="111161"/>
                  </a:cubicBezTo>
                  <a:lnTo>
                    <a:pt x="53773" y="101807"/>
                  </a:lnTo>
                  <a:cubicBezTo>
                    <a:pt x="38770" y="97038"/>
                    <a:pt x="27341" y="90619"/>
                    <a:pt x="19475" y="82546"/>
                  </a:cubicBezTo>
                  <a:cubicBezTo>
                    <a:pt x="11609" y="74477"/>
                    <a:pt x="7678" y="64022"/>
                    <a:pt x="7678" y="51180"/>
                  </a:cubicBezTo>
                  <a:cubicBezTo>
                    <a:pt x="7678" y="40909"/>
                    <a:pt x="10374" y="31919"/>
                    <a:pt x="15770" y="24215"/>
                  </a:cubicBezTo>
                  <a:cubicBezTo>
                    <a:pt x="21162" y="16510"/>
                    <a:pt x="28619" y="10550"/>
                    <a:pt x="38130" y="6329"/>
                  </a:cubicBezTo>
                  <a:cubicBezTo>
                    <a:pt x="47636" y="2113"/>
                    <a:pt x="58523" y="0"/>
                    <a:pt x="70777" y="0"/>
                  </a:cubicBezTo>
                  <a:cubicBezTo>
                    <a:pt x="85775" y="0"/>
                    <a:pt x="99174" y="3398"/>
                    <a:pt x="110971" y="10181"/>
                  </a:cubicBezTo>
                  <a:cubicBezTo>
                    <a:pt x="122768" y="16969"/>
                    <a:pt x="130677" y="25864"/>
                    <a:pt x="134702" y="36872"/>
                  </a:cubicBezTo>
                  <a:lnTo>
                    <a:pt x="120982" y="53382"/>
                  </a:lnTo>
                  <a:lnTo>
                    <a:pt x="118786" y="53108"/>
                  </a:lnTo>
                  <a:cubicBezTo>
                    <a:pt x="116042" y="40819"/>
                    <a:pt x="110419" y="31144"/>
                    <a:pt x="101912" y="24082"/>
                  </a:cubicBezTo>
                  <a:cubicBezTo>
                    <a:pt x="93405" y="17021"/>
                    <a:pt x="83022" y="13490"/>
                    <a:pt x="70773" y="13490"/>
                  </a:cubicBezTo>
                  <a:cubicBezTo>
                    <a:pt x="57783" y="13490"/>
                    <a:pt x="47357" y="16562"/>
                    <a:pt x="39496" y="22707"/>
                  </a:cubicBezTo>
                  <a:cubicBezTo>
                    <a:pt x="31630" y="28856"/>
                    <a:pt x="27699" y="37062"/>
                    <a:pt x="27699" y="47333"/>
                  </a:cubicBezTo>
                  <a:cubicBezTo>
                    <a:pt x="27699" y="55959"/>
                    <a:pt x="30442" y="62926"/>
                    <a:pt x="35928" y="68243"/>
                  </a:cubicBezTo>
                  <a:cubicBezTo>
                    <a:pt x="41414" y="73566"/>
                    <a:pt x="49648" y="77871"/>
                    <a:pt x="60621" y="81175"/>
                  </a:cubicBezTo>
                  <a:lnTo>
                    <a:pt x="92170" y="91082"/>
                  </a:lnTo>
                  <a:cubicBezTo>
                    <a:pt x="107535" y="95856"/>
                    <a:pt x="119285" y="102776"/>
                    <a:pt x="127425" y="111856"/>
                  </a:cubicBezTo>
                  <a:cubicBezTo>
                    <a:pt x="135559" y="120936"/>
                    <a:pt x="139632" y="132724"/>
                    <a:pt x="139632" y="147211"/>
                  </a:cubicBezTo>
                  <a:cubicBezTo>
                    <a:pt x="139632" y="158403"/>
                    <a:pt x="136752" y="168259"/>
                    <a:pt x="130988" y="176790"/>
                  </a:cubicBezTo>
                  <a:cubicBezTo>
                    <a:pt x="125224" y="185322"/>
                    <a:pt x="117131" y="191972"/>
                    <a:pt x="106706" y="196736"/>
                  </a:cubicBezTo>
                  <a:cubicBezTo>
                    <a:pt x="96280" y="201506"/>
                    <a:pt x="84483" y="203888"/>
                    <a:pt x="71314" y="203888"/>
                  </a:cubicBezTo>
                  <a:cubicBezTo>
                    <a:pt x="54484" y="203888"/>
                    <a:pt x="39393" y="199719"/>
                    <a:pt x="26045" y="191367"/>
                  </a:cubicBezTo>
                  <a:lnTo>
                    <a:pt x="26064" y="191362"/>
                  </a:lnTo>
                  <a:close/>
                </a:path>
              </a:pathLst>
            </a:custGeom>
            <a:grpFill/>
            <a:ln w="6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2" name="Free-form: Shape 11">
              <a:extLst>
                <a:ext uri="{FF2B5EF4-FFF2-40B4-BE49-F238E27FC236}">
                  <a16:creationId xmlns:a16="http://schemas.microsoft.com/office/drawing/2014/main" id="{34C3D3FD-92BD-87C8-7BEF-78648536719E}"/>
                </a:ext>
              </a:extLst>
            </p:cNvPr>
            <p:cNvSpPr/>
            <p:nvPr/>
          </p:nvSpPr>
          <p:spPr>
            <a:xfrm>
              <a:off x="753597" y="362822"/>
              <a:ext cx="128404" cy="148293"/>
            </a:xfrm>
            <a:custGeom>
              <a:avLst/>
              <a:gdLst>
                <a:gd name="connsiteX0" fmla="*/ 27713 w 128404"/>
                <a:gd name="connsiteY0" fmla="*/ 104128 h 148293"/>
                <a:gd name="connsiteX1" fmla="*/ 45821 w 128404"/>
                <a:gd name="connsiteY1" fmla="*/ 125038 h 148293"/>
                <a:gd name="connsiteX2" fmla="*/ 71338 w 128404"/>
                <a:gd name="connsiteY2" fmla="*/ 132332 h 148293"/>
                <a:gd name="connsiteX3" fmla="*/ 117154 w 128404"/>
                <a:gd name="connsiteY3" fmla="*/ 97388 h 148293"/>
                <a:gd name="connsiteX4" fmla="*/ 128405 w 128404"/>
                <a:gd name="connsiteY4" fmla="*/ 100966 h 148293"/>
                <a:gd name="connsiteX5" fmla="*/ 106865 w 128404"/>
                <a:gd name="connsiteY5" fmla="*/ 135499 h 148293"/>
                <a:gd name="connsiteX6" fmla="*/ 67770 w 128404"/>
                <a:gd name="connsiteY6" fmla="*/ 148293 h 148293"/>
                <a:gd name="connsiteX7" fmla="*/ 32516 w 128404"/>
                <a:gd name="connsiteY7" fmla="*/ 138665 h 148293"/>
                <a:gd name="connsiteX8" fmla="*/ 8507 w 128404"/>
                <a:gd name="connsiteY8" fmla="*/ 112115 h 148293"/>
                <a:gd name="connsiteX9" fmla="*/ 0 w 128404"/>
                <a:gd name="connsiteY9" fmla="*/ 74009 h 148293"/>
                <a:gd name="connsiteX10" fmla="*/ 8229 w 128404"/>
                <a:gd name="connsiteY10" fmla="*/ 36178 h 148293"/>
                <a:gd name="connsiteX11" fmla="*/ 31413 w 128404"/>
                <a:gd name="connsiteY11" fmla="*/ 9628 h 148293"/>
                <a:gd name="connsiteX12" fmla="*/ 66121 w 128404"/>
                <a:gd name="connsiteY12" fmla="*/ 0 h 148293"/>
                <a:gd name="connsiteX13" fmla="*/ 102199 w 128404"/>
                <a:gd name="connsiteY13" fmla="*/ 10044 h 148293"/>
                <a:gd name="connsiteX14" fmla="*/ 122230 w 128404"/>
                <a:gd name="connsiteY14" fmla="*/ 36182 h 148293"/>
                <a:gd name="connsiteX15" fmla="*/ 127033 w 128404"/>
                <a:gd name="connsiteY15" fmla="*/ 70436 h 148293"/>
                <a:gd name="connsiteX16" fmla="*/ 21129 w 128404"/>
                <a:gd name="connsiteY16" fmla="*/ 70436 h 148293"/>
                <a:gd name="connsiteX17" fmla="*/ 21129 w 128404"/>
                <a:gd name="connsiteY17" fmla="*/ 72360 h 148293"/>
                <a:gd name="connsiteX18" fmla="*/ 27713 w 128404"/>
                <a:gd name="connsiteY18" fmla="*/ 104142 h 148293"/>
                <a:gd name="connsiteX19" fmla="*/ 27713 w 128404"/>
                <a:gd name="connsiteY19" fmla="*/ 104128 h 148293"/>
                <a:gd name="connsiteX20" fmla="*/ 105909 w 128404"/>
                <a:gd name="connsiteY20" fmla="*/ 58865 h 148293"/>
                <a:gd name="connsiteX21" fmla="*/ 94386 w 128404"/>
                <a:gd name="connsiteY21" fmla="*/ 25297 h 148293"/>
                <a:gd name="connsiteX22" fmla="*/ 66125 w 128404"/>
                <a:gd name="connsiteY22" fmla="*/ 11817 h 148293"/>
                <a:gd name="connsiteX23" fmla="*/ 36904 w 128404"/>
                <a:gd name="connsiteY23" fmla="*/ 25022 h 148293"/>
                <a:gd name="connsiteX24" fmla="*/ 22227 w 128404"/>
                <a:gd name="connsiteY24" fmla="*/ 58865 h 148293"/>
                <a:gd name="connsiteX25" fmla="*/ 105909 w 128404"/>
                <a:gd name="connsiteY25" fmla="*/ 58865 h 148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28404" h="148293">
                  <a:moveTo>
                    <a:pt x="27713" y="104128"/>
                  </a:moveTo>
                  <a:cubicBezTo>
                    <a:pt x="32101" y="113208"/>
                    <a:pt x="38139" y="120179"/>
                    <a:pt x="45821" y="125038"/>
                  </a:cubicBezTo>
                  <a:cubicBezTo>
                    <a:pt x="53503" y="129902"/>
                    <a:pt x="62010" y="132332"/>
                    <a:pt x="71338" y="132332"/>
                  </a:cubicBezTo>
                  <a:cubicBezTo>
                    <a:pt x="93834" y="132332"/>
                    <a:pt x="109104" y="120685"/>
                    <a:pt x="117154" y="97388"/>
                  </a:cubicBezTo>
                  <a:lnTo>
                    <a:pt x="128405" y="100966"/>
                  </a:lnTo>
                  <a:cubicBezTo>
                    <a:pt x="124742" y="115458"/>
                    <a:pt x="117569" y="126967"/>
                    <a:pt x="106865" y="135499"/>
                  </a:cubicBezTo>
                  <a:cubicBezTo>
                    <a:pt x="96167" y="144025"/>
                    <a:pt x="83135" y="148293"/>
                    <a:pt x="67770" y="148293"/>
                  </a:cubicBezTo>
                  <a:cubicBezTo>
                    <a:pt x="54601" y="148293"/>
                    <a:pt x="42847" y="145084"/>
                    <a:pt x="32516" y="138665"/>
                  </a:cubicBezTo>
                  <a:cubicBezTo>
                    <a:pt x="22180" y="132247"/>
                    <a:pt x="14177" y="123393"/>
                    <a:pt x="8507" y="112115"/>
                  </a:cubicBezTo>
                  <a:cubicBezTo>
                    <a:pt x="2837" y="100833"/>
                    <a:pt x="0" y="88133"/>
                    <a:pt x="0" y="74009"/>
                  </a:cubicBezTo>
                  <a:cubicBezTo>
                    <a:pt x="0" y="59887"/>
                    <a:pt x="2743" y="47460"/>
                    <a:pt x="8229" y="36178"/>
                  </a:cubicBezTo>
                  <a:cubicBezTo>
                    <a:pt x="13715" y="24895"/>
                    <a:pt x="21440" y="16047"/>
                    <a:pt x="31413" y="9628"/>
                  </a:cubicBezTo>
                  <a:cubicBezTo>
                    <a:pt x="41381" y="3209"/>
                    <a:pt x="52952" y="0"/>
                    <a:pt x="66121" y="0"/>
                  </a:cubicBezTo>
                  <a:cubicBezTo>
                    <a:pt x="80750" y="0"/>
                    <a:pt x="92778" y="3351"/>
                    <a:pt x="102199" y="10044"/>
                  </a:cubicBezTo>
                  <a:cubicBezTo>
                    <a:pt x="111616" y="16742"/>
                    <a:pt x="118295" y="25453"/>
                    <a:pt x="122230" y="36182"/>
                  </a:cubicBezTo>
                  <a:cubicBezTo>
                    <a:pt x="126161" y="46912"/>
                    <a:pt x="127759" y="58331"/>
                    <a:pt x="127033" y="70436"/>
                  </a:cubicBezTo>
                  <a:lnTo>
                    <a:pt x="21129" y="70436"/>
                  </a:lnTo>
                  <a:lnTo>
                    <a:pt x="21129" y="72360"/>
                  </a:lnTo>
                  <a:cubicBezTo>
                    <a:pt x="21129" y="84465"/>
                    <a:pt x="23325" y="95062"/>
                    <a:pt x="27713" y="104142"/>
                  </a:cubicBezTo>
                  <a:lnTo>
                    <a:pt x="27713" y="104128"/>
                  </a:lnTo>
                  <a:close/>
                  <a:moveTo>
                    <a:pt x="105909" y="58865"/>
                  </a:moveTo>
                  <a:cubicBezTo>
                    <a:pt x="105362" y="45480"/>
                    <a:pt x="101521" y="34287"/>
                    <a:pt x="94386" y="25297"/>
                  </a:cubicBezTo>
                  <a:cubicBezTo>
                    <a:pt x="87254" y="16311"/>
                    <a:pt x="77828" y="11817"/>
                    <a:pt x="66125" y="11817"/>
                  </a:cubicBezTo>
                  <a:cubicBezTo>
                    <a:pt x="54422" y="11817"/>
                    <a:pt x="44680" y="16217"/>
                    <a:pt x="36904" y="25022"/>
                  </a:cubicBezTo>
                  <a:cubicBezTo>
                    <a:pt x="29127" y="33828"/>
                    <a:pt x="24235" y="45106"/>
                    <a:pt x="22227" y="58865"/>
                  </a:cubicBezTo>
                  <a:lnTo>
                    <a:pt x="105909" y="58865"/>
                  </a:lnTo>
                  <a:close/>
                </a:path>
              </a:pathLst>
            </a:custGeom>
            <a:grpFill/>
            <a:ln w="6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-form: Shape 12">
              <a:extLst>
                <a:ext uri="{FF2B5EF4-FFF2-40B4-BE49-F238E27FC236}">
                  <a16:creationId xmlns:a16="http://schemas.microsoft.com/office/drawing/2014/main" id="{7914ED9B-9040-1DAC-207F-44855782ED81}"/>
                </a:ext>
              </a:extLst>
            </p:cNvPr>
            <p:cNvSpPr/>
            <p:nvPr/>
          </p:nvSpPr>
          <p:spPr>
            <a:xfrm>
              <a:off x="885962" y="362801"/>
              <a:ext cx="133622" cy="199762"/>
            </a:xfrm>
            <a:custGeom>
              <a:avLst/>
              <a:gdLst>
                <a:gd name="connsiteX0" fmla="*/ 17144 w 133622"/>
                <a:gd name="connsiteY0" fmla="*/ 190408 h 199762"/>
                <a:gd name="connsiteX1" fmla="*/ 0 w 133622"/>
                <a:gd name="connsiteY1" fmla="*/ 162067 h 199762"/>
                <a:gd name="connsiteX2" fmla="*/ 5901 w 133622"/>
                <a:gd name="connsiteY2" fmla="*/ 144734 h 199762"/>
                <a:gd name="connsiteX3" fmla="*/ 21947 w 133622"/>
                <a:gd name="connsiteY3" fmla="*/ 132903 h 199762"/>
                <a:gd name="connsiteX4" fmla="*/ 5764 w 133622"/>
                <a:gd name="connsiteY4" fmla="*/ 110064 h 199762"/>
                <a:gd name="connsiteX5" fmla="*/ 25247 w 133622"/>
                <a:gd name="connsiteY5" fmla="*/ 81723 h 199762"/>
                <a:gd name="connsiteX6" fmla="*/ 13722 w 133622"/>
                <a:gd name="connsiteY6" fmla="*/ 66589 h 199762"/>
                <a:gd name="connsiteX7" fmla="*/ 9606 w 133622"/>
                <a:gd name="connsiteY7" fmla="*/ 47328 h 199762"/>
                <a:gd name="connsiteX8" fmla="*/ 16325 w 133622"/>
                <a:gd name="connsiteY8" fmla="*/ 22565 h 199762"/>
                <a:gd name="connsiteX9" fmla="*/ 35262 w 133622"/>
                <a:gd name="connsiteY9" fmla="*/ 5918 h 199762"/>
                <a:gd name="connsiteX10" fmla="*/ 63107 w 133622"/>
                <a:gd name="connsiteY10" fmla="*/ 0 h 199762"/>
                <a:gd name="connsiteX11" fmla="*/ 88893 w 133622"/>
                <a:gd name="connsiteY11" fmla="*/ 4954 h 199762"/>
                <a:gd name="connsiteX12" fmla="*/ 130322 w 133622"/>
                <a:gd name="connsiteY12" fmla="*/ 1101 h 199762"/>
                <a:gd name="connsiteX13" fmla="*/ 130872 w 133622"/>
                <a:gd name="connsiteY13" fmla="*/ 15409 h 199762"/>
                <a:gd name="connsiteX14" fmla="*/ 103980 w 133622"/>
                <a:gd name="connsiteY14" fmla="*/ 15409 h 199762"/>
                <a:gd name="connsiteX15" fmla="*/ 116329 w 133622"/>
                <a:gd name="connsiteY15" fmla="*/ 47328 h 199762"/>
                <a:gd name="connsiteX16" fmla="*/ 109608 w 133622"/>
                <a:gd name="connsiteY16" fmla="*/ 71680 h 199762"/>
                <a:gd name="connsiteX17" fmla="*/ 90812 w 133622"/>
                <a:gd name="connsiteY17" fmla="*/ 88190 h 199762"/>
                <a:gd name="connsiteX18" fmla="*/ 63107 w 133622"/>
                <a:gd name="connsiteY18" fmla="*/ 94107 h 199762"/>
                <a:gd name="connsiteX19" fmla="*/ 34296 w 133622"/>
                <a:gd name="connsiteY19" fmla="*/ 87504 h 199762"/>
                <a:gd name="connsiteX20" fmla="*/ 22503 w 133622"/>
                <a:gd name="connsiteY20" fmla="*/ 105938 h 199762"/>
                <a:gd name="connsiteX21" fmla="*/ 27850 w 133622"/>
                <a:gd name="connsiteY21" fmla="*/ 115429 h 199762"/>
                <a:gd name="connsiteX22" fmla="*/ 44177 w 133622"/>
                <a:gd name="connsiteY22" fmla="*/ 118317 h 199762"/>
                <a:gd name="connsiteX23" fmla="*/ 86706 w 133622"/>
                <a:gd name="connsiteY23" fmla="*/ 118317 h 199762"/>
                <a:gd name="connsiteX24" fmla="*/ 120998 w 133622"/>
                <a:gd name="connsiteY24" fmla="*/ 128087 h 199762"/>
                <a:gd name="connsiteX25" fmla="*/ 133622 w 133622"/>
                <a:gd name="connsiteY25" fmla="*/ 155738 h 199762"/>
                <a:gd name="connsiteX26" fmla="*/ 115517 w 133622"/>
                <a:gd name="connsiteY26" fmla="*/ 188205 h 199762"/>
                <a:gd name="connsiteX27" fmla="*/ 65307 w 133622"/>
                <a:gd name="connsiteY27" fmla="*/ 199762 h 199762"/>
                <a:gd name="connsiteX28" fmla="*/ 17157 w 133622"/>
                <a:gd name="connsiteY28" fmla="*/ 190408 h 199762"/>
                <a:gd name="connsiteX29" fmla="*/ 17144 w 133622"/>
                <a:gd name="connsiteY29" fmla="*/ 190408 h 199762"/>
                <a:gd name="connsiteX30" fmla="*/ 30331 w 133622"/>
                <a:gd name="connsiteY30" fmla="*/ 180775 h 199762"/>
                <a:gd name="connsiteX31" fmla="*/ 64354 w 133622"/>
                <a:gd name="connsiteY31" fmla="*/ 187652 h 199762"/>
                <a:gd name="connsiteX32" fmla="*/ 101255 w 133622"/>
                <a:gd name="connsiteY32" fmla="*/ 179947 h 199762"/>
                <a:gd name="connsiteX33" fmla="*/ 114283 w 133622"/>
                <a:gd name="connsiteY33" fmla="*/ 158484 h 199762"/>
                <a:gd name="connsiteX34" fmla="*/ 106877 w 133622"/>
                <a:gd name="connsiteY34" fmla="*/ 142253 h 199762"/>
                <a:gd name="connsiteX35" fmla="*/ 84928 w 133622"/>
                <a:gd name="connsiteY35" fmla="*/ 136751 h 199762"/>
                <a:gd name="connsiteX36" fmla="*/ 45693 w 133622"/>
                <a:gd name="connsiteY36" fmla="*/ 136751 h 199762"/>
                <a:gd name="connsiteX37" fmla="*/ 35268 w 133622"/>
                <a:gd name="connsiteY37" fmla="*/ 136203 h 199762"/>
                <a:gd name="connsiteX38" fmla="*/ 22235 w 133622"/>
                <a:gd name="connsiteY38" fmla="*/ 146247 h 199762"/>
                <a:gd name="connsiteX39" fmla="*/ 17707 w 133622"/>
                <a:gd name="connsiteY39" fmla="*/ 161244 h 199762"/>
                <a:gd name="connsiteX40" fmla="*/ 30331 w 133622"/>
                <a:gd name="connsiteY40" fmla="*/ 180779 h 199762"/>
                <a:gd name="connsiteX41" fmla="*/ 30331 w 133622"/>
                <a:gd name="connsiteY41" fmla="*/ 180775 h 199762"/>
                <a:gd name="connsiteX42" fmla="*/ 85753 w 133622"/>
                <a:gd name="connsiteY42" fmla="*/ 72918 h 199762"/>
                <a:gd name="connsiteX43" fmla="*/ 94534 w 133622"/>
                <a:gd name="connsiteY43" fmla="*/ 47328 h 199762"/>
                <a:gd name="connsiteX44" fmla="*/ 85612 w 133622"/>
                <a:gd name="connsiteY44" fmla="*/ 21601 h 199762"/>
                <a:gd name="connsiteX45" fmla="*/ 62154 w 133622"/>
                <a:gd name="connsiteY45" fmla="*/ 11831 h 199762"/>
                <a:gd name="connsiteX46" fmla="*/ 38428 w 133622"/>
                <a:gd name="connsiteY46" fmla="*/ 21322 h 199762"/>
                <a:gd name="connsiteX47" fmla="*/ 29506 w 133622"/>
                <a:gd name="connsiteY47" fmla="*/ 47049 h 199762"/>
                <a:gd name="connsiteX48" fmla="*/ 38428 w 133622"/>
                <a:gd name="connsiteY48" fmla="*/ 72502 h 199762"/>
                <a:gd name="connsiteX49" fmla="*/ 62154 w 133622"/>
                <a:gd name="connsiteY49" fmla="*/ 82272 h 199762"/>
                <a:gd name="connsiteX50" fmla="*/ 85753 w 133622"/>
                <a:gd name="connsiteY50" fmla="*/ 72918 h 199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133622" h="199762">
                  <a:moveTo>
                    <a:pt x="17144" y="190408"/>
                  </a:moveTo>
                  <a:cubicBezTo>
                    <a:pt x="5712" y="184168"/>
                    <a:pt x="0" y="174725"/>
                    <a:pt x="0" y="162067"/>
                  </a:cubicBezTo>
                  <a:cubicBezTo>
                    <a:pt x="0" y="155643"/>
                    <a:pt x="1966" y="149868"/>
                    <a:pt x="5901" y="144734"/>
                  </a:cubicBezTo>
                  <a:cubicBezTo>
                    <a:pt x="9832" y="139601"/>
                    <a:pt x="15181" y="135655"/>
                    <a:pt x="21947" y="132903"/>
                  </a:cubicBezTo>
                  <a:cubicBezTo>
                    <a:pt x="11158" y="128688"/>
                    <a:pt x="5764" y="121073"/>
                    <a:pt x="5764" y="110064"/>
                  </a:cubicBezTo>
                  <a:cubicBezTo>
                    <a:pt x="5764" y="99056"/>
                    <a:pt x="12252" y="90165"/>
                    <a:pt x="25247" y="81723"/>
                  </a:cubicBezTo>
                  <a:cubicBezTo>
                    <a:pt x="20303" y="77508"/>
                    <a:pt x="16466" y="72464"/>
                    <a:pt x="13722" y="66589"/>
                  </a:cubicBezTo>
                  <a:cubicBezTo>
                    <a:pt x="10979" y="60719"/>
                    <a:pt x="9606" y="54300"/>
                    <a:pt x="9606" y="47328"/>
                  </a:cubicBezTo>
                  <a:cubicBezTo>
                    <a:pt x="9606" y="37974"/>
                    <a:pt x="11842" y="29717"/>
                    <a:pt x="16325" y="22565"/>
                  </a:cubicBezTo>
                  <a:cubicBezTo>
                    <a:pt x="20809" y="15413"/>
                    <a:pt x="27114" y="9865"/>
                    <a:pt x="35262" y="5918"/>
                  </a:cubicBezTo>
                  <a:cubicBezTo>
                    <a:pt x="43397" y="1976"/>
                    <a:pt x="52676" y="0"/>
                    <a:pt x="63107" y="0"/>
                  </a:cubicBezTo>
                  <a:cubicBezTo>
                    <a:pt x="72617" y="0"/>
                    <a:pt x="81212" y="1649"/>
                    <a:pt x="88893" y="4954"/>
                  </a:cubicBezTo>
                  <a:lnTo>
                    <a:pt x="130322" y="1101"/>
                  </a:lnTo>
                  <a:lnTo>
                    <a:pt x="130872" y="15409"/>
                  </a:lnTo>
                  <a:lnTo>
                    <a:pt x="103980" y="15409"/>
                  </a:lnTo>
                  <a:cubicBezTo>
                    <a:pt x="112211" y="23661"/>
                    <a:pt x="116329" y="34301"/>
                    <a:pt x="116329" y="47328"/>
                  </a:cubicBezTo>
                  <a:cubicBezTo>
                    <a:pt x="116329" y="56502"/>
                    <a:pt x="114084" y="64618"/>
                    <a:pt x="109608" y="71680"/>
                  </a:cubicBezTo>
                  <a:cubicBezTo>
                    <a:pt x="105125" y="78741"/>
                    <a:pt x="98864" y="84248"/>
                    <a:pt x="90812" y="88190"/>
                  </a:cubicBezTo>
                  <a:cubicBezTo>
                    <a:pt x="82760" y="92136"/>
                    <a:pt x="73532" y="94107"/>
                    <a:pt x="63107" y="94107"/>
                  </a:cubicBezTo>
                  <a:cubicBezTo>
                    <a:pt x="51941" y="94107"/>
                    <a:pt x="42342" y="91905"/>
                    <a:pt x="34296" y="87504"/>
                  </a:cubicBezTo>
                  <a:cubicBezTo>
                    <a:pt x="26430" y="93374"/>
                    <a:pt x="22503" y="99519"/>
                    <a:pt x="22503" y="105938"/>
                  </a:cubicBezTo>
                  <a:cubicBezTo>
                    <a:pt x="22503" y="110339"/>
                    <a:pt x="24281" y="113506"/>
                    <a:pt x="27850" y="115429"/>
                  </a:cubicBezTo>
                  <a:cubicBezTo>
                    <a:pt x="31418" y="117358"/>
                    <a:pt x="36854" y="118317"/>
                    <a:pt x="44177" y="118317"/>
                  </a:cubicBezTo>
                  <a:lnTo>
                    <a:pt x="86706" y="118317"/>
                  </a:lnTo>
                  <a:cubicBezTo>
                    <a:pt x="101147" y="118317"/>
                    <a:pt x="112582" y="121574"/>
                    <a:pt x="120998" y="128087"/>
                  </a:cubicBezTo>
                  <a:cubicBezTo>
                    <a:pt x="129414" y="134601"/>
                    <a:pt x="133622" y="143818"/>
                    <a:pt x="133622" y="155738"/>
                  </a:cubicBezTo>
                  <a:cubicBezTo>
                    <a:pt x="133622" y="169677"/>
                    <a:pt x="127585" y="180501"/>
                    <a:pt x="115517" y="188205"/>
                  </a:cubicBezTo>
                  <a:cubicBezTo>
                    <a:pt x="103443" y="195910"/>
                    <a:pt x="86706" y="199762"/>
                    <a:pt x="65307" y="199762"/>
                  </a:cubicBezTo>
                  <a:cubicBezTo>
                    <a:pt x="43902" y="199762"/>
                    <a:pt x="28585" y="196642"/>
                    <a:pt x="17157" y="190408"/>
                  </a:cubicBezTo>
                  <a:lnTo>
                    <a:pt x="17144" y="190408"/>
                  </a:lnTo>
                  <a:close/>
                  <a:moveTo>
                    <a:pt x="30331" y="180775"/>
                  </a:moveTo>
                  <a:cubicBezTo>
                    <a:pt x="38747" y="185360"/>
                    <a:pt x="50086" y="187652"/>
                    <a:pt x="64354" y="187652"/>
                  </a:cubicBezTo>
                  <a:cubicBezTo>
                    <a:pt x="80266" y="187652"/>
                    <a:pt x="92564" y="185081"/>
                    <a:pt x="101255" y="179947"/>
                  </a:cubicBezTo>
                  <a:cubicBezTo>
                    <a:pt x="109940" y="174810"/>
                    <a:pt x="114283" y="167659"/>
                    <a:pt x="114283" y="158484"/>
                  </a:cubicBezTo>
                  <a:cubicBezTo>
                    <a:pt x="114283" y="151333"/>
                    <a:pt x="111814" y="145916"/>
                    <a:pt x="106877" y="142253"/>
                  </a:cubicBezTo>
                  <a:cubicBezTo>
                    <a:pt x="101933" y="138589"/>
                    <a:pt x="94623" y="136751"/>
                    <a:pt x="84928" y="136751"/>
                  </a:cubicBezTo>
                  <a:lnTo>
                    <a:pt x="45693" y="136751"/>
                  </a:lnTo>
                  <a:cubicBezTo>
                    <a:pt x="43128" y="136751"/>
                    <a:pt x="39656" y="136572"/>
                    <a:pt x="35268" y="136203"/>
                  </a:cubicBezTo>
                  <a:cubicBezTo>
                    <a:pt x="29596" y="138405"/>
                    <a:pt x="25253" y="141752"/>
                    <a:pt x="22235" y="146247"/>
                  </a:cubicBezTo>
                  <a:cubicBezTo>
                    <a:pt x="19222" y="150737"/>
                    <a:pt x="17707" y="155738"/>
                    <a:pt x="17707" y="161244"/>
                  </a:cubicBezTo>
                  <a:cubicBezTo>
                    <a:pt x="17707" y="169682"/>
                    <a:pt x="21909" y="176195"/>
                    <a:pt x="30331" y="180779"/>
                  </a:cubicBezTo>
                  <a:lnTo>
                    <a:pt x="30331" y="180775"/>
                  </a:lnTo>
                  <a:close/>
                  <a:moveTo>
                    <a:pt x="85753" y="72918"/>
                  </a:moveTo>
                  <a:cubicBezTo>
                    <a:pt x="91605" y="66683"/>
                    <a:pt x="94534" y="58157"/>
                    <a:pt x="94534" y="47328"/>
                  </a:cubicBezTo>
                  <a:cubicBezTo>
                    <a:pt x="94534" y="36499"/>
                    <a:pt x="91560" y="28114"/>
                    <a:pt x="85612" y="21601"/>
                  </a:cubicBezTo>
                  <a:cubicBezTo>
                    <a:pt x="79665" y="15092"/>
                    <a:pt x="71850" y="11831"/>
                    <a:pt x="62154" y="11831"/>
                  </a:cubicBezTo>
                  <a:cubicBezTo>
                    <a:pt x="52465" y="11831"/>
                    <a:pt x="44363" y="14993"/>
                    <a:pt x="38428" y="21322"/>
                  </a:cubicBezTo>
                  <a:cubicBezTo>
                    <a:pt x="32480" y="27651"/>
                    <a:pt x="29506" y="36230"/>
                    <a:pt x="29506" y="47049"/>
                  </a:cubicBezTo>
                  <a:cubicBezTo>
                    <a:pt x="29506" y="57868"/>
                    <a:pt x="32480" y="65993"/>
                    <a:pt x="38428" y="72502"/>
                  </a:cubicBezTo>
                  <a:cubicBezTo>
                    <a:pt x="44369" y="79015"/>
                    <a:pt x="52286" y="82272"/>
                    <a:pt x="62154" y="82272"/>
                  </a:cubicBezTo>
                  <a:cubicBezTo>
                    <a:pt x="72029" y="82272"/>
                    <a:pt x="79895" y="79157"/>
                    <a:pt x="85753" y="72918"/>
                  </a:cubicBezTo>
                  <a:close/>
                </a:path>
              </a:pathLst>
            </a:custGeom>
            <a:grpFill/>
            <a:ln w="6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" name="Free-form: Shape 13">
              <a:extLst>
                <a:ext uri="{FF2B5EF4-FFF2-40B4-BE49-F238E27FC236}">
                  <a16:creationId xmlns:a16="http://schemas.microsoft.com/office/drawing/2014/main" id="{EA545CE9-1F2E-C4DF-A288-6E0D73E2ABC7}"/>
                </a:ext>
              </a:extLst>
            </p:cNvPr>
            <p:cNvSpPr/>
            <p:nvPr/>
          </p:nvSpPr>
          <p:spPr>
            <a:xfrm>
              <a:off x="1015070" y="362815"/>
              <a:ext cx="137454" cy="148293"/>
            </a:xfrm>
            <a:custGeom>
              <a:avLst/>
              <a:gdLst>
                <a:gd name="connsiteX0" fmla="*/ 33198 w 137454"/>
                <a:gd name="connsiteY0" fmla="*/ 138666 h 148293"/>
                <a:gd name="connsiteX1" fmla="*/ 8781 w 137454"/>
                <a:gd name="connsiteY1" fmla="*/ 112116 h 148293"/>
                <a:gd name="connsiteX2" fmla="*/ 0 w 137454"/>
                <a:gd name="connsiteY2" fmla="*/ 74009 h 148293"/>
                <a:gd name="connsiteX3" fmla="*/ 8781 w 137454"/>
                <a:gd name="connsiteY3" fmla="*/ 36041 h 148293"/>
                <a:gd name="connsiteX4" fmla="*/ 33332 w 137454"/>
                <a:gd name="connsiteY4" fmla="*/ 9628 h 148293"/>
                <a:gd name="connsiteX5" fmla="*/ 68590 w 137454"/>
                <a:gd name="connsiteY5" fmla="*/ 0 h 148293"/>
                <a:gd name="connsiteX6" fmla="*/ 103982 w 137454"/>
                <a:gd name="connsiteY6" fmla="*/ 9628 h 148293"/>
                <a:gd name="connsiteX7" fmla="*/ 128533 w 137454"/>
                <a:gd name="connsiteY7" fmla="*/ 36041 h 148293"/>
                <a:gd name="connsiteX8" fmla="*/ 137455 w 137454"/>
                <a:gd name="connsiteY8" fmla="*/ 74009 h 148293"/>
                <a:gd name="connsiteX9" fmla="*/ 128533 w 137454"/>
                <a:gd name="connsiteY9" fmla="*/ 112116 h 148293"/>
                <a:gd name="connsiteX10" fmla="*/ 103982 w 137454"/>
                <a:gd name="connsiteY10" fmla="*/ 138666 h 148293"/>
                <a:gd name="connsiteX11" fmla="*/ 68590 w 137454"/>
                <a:gd name="connsiteY11" fmla="*/ 148294 h 148293"/>
                <a:gd name="connsiteX12" fmla="*/ 33198 w 137454"/>
                <a:gd name="connsiteY12" fmla="*/ 138666 h 148293"/>
                <a:gd name="connsiteX13" fmla="*/ 93007 w 137454"/>
                <a:gd name="connsiteY13" fmla="*/ 127936 h 148293"/>
                <a:gd name="connsiteX14" fmla="*/ 110153 w 137454"/>
                <a:gd name="connsiteY14" fmla="*/ 105924 h 148293"/>
                <a:gd name="connsiteX15" fmla="*/ 116331 w 137454"/>
                <a:gd name="connsiteY15" fmla="*/ 74005 h 148293"/>
                <a:gd name="connsiteX16" fmla="*/ 110153 w 137454"/>
                <a:gd name="connsiteY16" fmla="*/ 42086 h 148293"/>
                <a:gd name="connsiteX17" fmla="*/ 93007 w 137454"/>
                <a:gd name="connsiteY17" fmla="*/ 20211 h 148293"/>
                <a:gd name="connsiteX18" fmla="*/ 68590 w 137454"/>
                <a:gd name="connsiteY18" fmla="*/ 12370 h 148293"/>
                <a:gd name="connsiteX19" fmla="*/ 44307 w 137454"/>
                <a:gd name="connsiteY19" fmla="*/ 20211 h 148293"/>
                <a:gd name="connsiteX20" fmla="*/ 27295 w 137454"/>
                <a:gd name="connsiteY20" fmla="*/ 42223 h 148293"/>
                <a:gd name="connsiteX21" fmla="*/ 21124 w 137454"/>
                <a:gd name="connsiteY21" fmla="*/ 74005 h 148293"/>
                <a:gd name="connsiteX22" fmla="*/ 27295 w 137454"/>
                <a:gd name="connsiteY22" fmla="*/ 105924 h 148293"/>
                <a:gd name="connsiteX23" fmla="*/ 44307 w 137454"/>
                <a:gd name="connsiteY23" fmla="*/ 127936 h 148293"/>
                <a:gd name="connsiteX24" fmla="*/ 68590 w 137454"/>
                <a:gd name="connsiteY24" fmla="*/ 135914 h 148293"/>
                <a:gd name="connsiteX25" fmla="*/ 93007 w 137454"/>
                <a:gd name="connsiteY25" fmla="*/ 127936 h 148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37454" h="148293">
                  <a:moveTo>
                    <a:pt x="33198" y="138666"/>
                  </a:moveTo>
                  <a:cubicBezTo>
                    <a:pt x="22774" y="132247"/>
                    <a:pt x="14632" y="123393"/>
                    <a:pt x="8781" y="112116"/>
                  </a:cubicBezTo>
                  <a:cubicBezTo>
                    <a:pt x="2923" y="100833"/>
                    <a:pt x="0" y="88133"/>
                    <a:pt x="0" y="74009"/>
                  </a:cubicBezTo>
                  <a:cubicBezTo>
                    <a:pt x="0" y="59887"/>
                    <a:pt x="2923" y="47228"/>
                    <a:pt x="8781" y="36041"/>
                  </a:cubicBezTo>
                  <a:cubicBezTo>
                    <a:pt x="14632" y="24853"/>
                    <a:pt x="22812" y="16052"/>
                    <a:pt x="33332" y="9628"/>
                  </a:cubicBezTo>
                  <a:cubicBezTo>
                    <a:pt x="43853" y="3209"/>
                    <a:pt x="55601" y="0"/>
                    <a:pt x="68590" y="0"/>
                  </a:cubicBezTo>
                  <a:cubicBezTo>
                    <a:pt x="81579" y="0"/>
                    <a:pt x="93557" y="3209"/>
                    <a:pt x="103982" y="9628"/>
                  </a:cubicBezTo>
                  <a:cubicBezTo>
                    <a:pt x="114406" y="16052"/>
                    <a:pt x="122586" y="24857"/>
                    <a:pt x="128533" y="36041"/>
                  </a:cubicBezTo>
                  <a:cubicBezTo>
                    <a:pt x="134481" y="47233"/>
                    <a:pt x="137455" y="59887"/>
                    <a:pt x="137455" y="74009"/>
                  </a:cubicBezTo>
                  <a:cubicBezTo>
                    <a:pt x="137455" y="88133"/>
                    <a:pt x="134481" y="100838"/>
                    <a:pt x="128533" y="112116"/>
                  </a:cubicBezTo>
                  <a:cubicBezTo>
                    <a:pt x="122586" y="123398"/>
                    <a:pt x="114406" y="132247"/>
                    <a:pt x="103982" y="138666"/>
                  </a:cubicBezTo>
                  <a:cubicBezTo>
                    <a:pt x="93557" y="145089"/>
                    <a:pt x="81758" y="148294"/>
                    <a:pt x="68590" y="148294"/>
                  </a:cubicBezTo>
                  <a:cubicBezTo>
                    <a:pt x="55422" y="148294"/>
                    <a:pt x="43623" y="145084"/>
                    <a:pt x="33198" y="138666"/>
                  </a:cubicBezTo>
                  <a:close/>
                  <a:moveTo>
                    <a:pt x="93007" y="127936"/>
                  </a:moveTo>
                  <a:cubicBezTo>
                    <a:pt x="100324" y="122618"/>
                    <a:pt x="106041" y="115278"/>
                    <a:pt x="110153" y="105924"/>
                  </a:cubicBezTo>
                  <a:cubicBezTo>
                    <a:pt x="114272" y="96570"/>
                    <a:pt x="116331" y="85935"/>
                    <a:pt x="116331" y="74005"/>
                  </a:cubicBezTo>
                  <a:cubicBezTo>
                    <a:pt x="116331" y="62075"/>
                    <a:pt x="114272" y="51445"/>
                    <a:pt x="110153" y="42086"/>
                  </a:cubicBezTo>
                  <a:cubicBezTo>
                    <a:pt x="106041" y="32732"/>
                    <a:pt x="100317" y="25439"/>
                    <a:pt x="93007" y="20211"/>
                  </a:cubicBezTo>
                  <a:cubicBezTo>
                    <a:pt x="85691" y="14984"/>
                    <a:pt x="77550" y="12370"/>
                    <a:pt x="68590" y="12370"/>
                  </a:cubicBezTo>
                  <a:cubicBezTo>
                    <a:pt x="59630" y="12370"/>
                    <a:pt x="51534" y="14984"/>
                    <a:pt x="44307" y="20211"/>
                  </a:cubicBezTo>
                  <a:cubicBezTo>
                    <a:pt x="37080" y="25439"/>
                    <a:pt x="31414" y="32779"/>
                    <a:pt x="27295" y="42223"/>
                  </a:cubicBezTo>
                  <a:cubicBezTo>
                    <a:pt x="23183" y="51672"/>
                    <a:pt x="21124" y="62264"/>
                    <a:pt x="21124" y="74005"/>
                  </a:cubicBezTo>
                  <a:cubicBezTo>
                    <a:pt x="21124" y="85746"/>
                    <a:pt x="23183" y="96565"/>
                    <a:pt x="27295" y="105924"/>
                  </a:cubicBezTo>
                  <a:cubicBezTo>
                    <a:pt x="31414" y="115278"/>
                    <a:pt x="37080" y="122618"/>
                    <a:pt x="44307" y="127936"/>
                  </a:cubicBezTo>
                  <a:cubicBezTo>
                    <a:pt x="51534" y="133258"/>
                    <a:pt x="59624" y="135914"/>
                    <a:pt x="68590" y="135914"/>
                  </a:cubicBezTo>
                  <a:cubicBezTo>
                    <a:pt x="77556" y="135914"/>
                    <a:pt x="85691" y="133258"/>
                    <a:pt x="93007" y="127936"/>
                  </a:cubicBezTo>
                  <a:close/>
                </a:path>
              </a:pathLst>
            </a:custGeom>
            <a:grpFill/>
            <a:ln w="6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Free-form: Shape 14">
              <a:extLst>
                <a:ext uri="{FF2B5EF4-FFF2-40B4-BE49-F238E27FC236}">
                  <a16:creationId xmlns:a16="http://schemas.microsoft.com/office/drawing/2014/main" id="{D93B2B45-E164-0EA4-0C09-6DCA12389939}"/>
                </a:ext>
              </a:extLst>
            </p:cNvPr>
            <p:cNvSpPr/>
            <p:nvPr/>
          </p:nvSpPr>
          <p:spPr>
            <a:xfrm>
              <a:off x="391829" y="462601"/>
              <a:ext cx="292" cy="4"/>
            </a:xfrm>
            <a:custGeom>
              <a:avLst/>
              <a:gdLst>
                <a:gd name="connsiteX0" fmla="*/ 0 w 292"/>
                <a:gd name="connsiteY0" fmla="*/ 0 h 4"/>
                <a:gd name="connsiteX1" fmla="*/ 292 w 292"/>
                <a:gd name="connsiteY1" fmla="*/ 0 h 4"/>
                <a:gd name="connsiteX2" fmla="*/ 0 w 292"/>
                <a:gd name="connsiteY2" fmla="*/ 4 h 4"/>
                <a:gd name="connsiteX3" fmla="*/ 0 w 292"/>
                <a:gd name="connsiteY3" fmla="*/ 0 h 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" h="4">
                  <a:moveTo>
                    <a:pt x="0" y="0"/>
                  </a:moveTo>
                  <a:lnTo>
                    <a:pt x="292" y="0"/>
                  </a:lnTo>
                  <a:cubicBezTo>
                    <a:pt x="193" y="4"/>
                    <a:pt x="94" y="4"/>
                    <a:pt x="0" y="4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6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" name="Free-form: Shape 15">
              <a:extLst>
                <a:ext uri="{FF2B5EF4-FFF2-40B4-BE49-F238E27FC236}">
                  <a16:creationId xmlns:a16="http://schemas.microsoft.com/office/drawing/2014/main" id="{D24F9729-F8E5-AF5F-4B62-28C93CE603C4}"/>
                </a:ext>
              </a:extLst>
            </p:cNvPr>
            <p:cNvSpPr/>
            <p:nvPr/>
          </p:nvSpPr>
          <p:spPr>
            <a:xfrm>
              <a:off x="394371" y="476789"/>
              <a:ext cx="476" cy="4"/>
            </a:xfrm>
            <a:custGeom>
              <a:avLst/>
              <a:gdLst>
                <a:gd name="connsiteX0" fmla="*/ 476 w 476"/>
                <a:gd name="connsiteY0" fmla="*/ 0 h 4"/>
                <a:gd name="connsiteX1" fmla="*/ 0 w 476"/>
                <a:gd name="connsiteY1" fmla="*/ 4 h 4"/>
                <a:gd name="connsiteX2" fmla="*/ 476 w 476"/>
                <a:gd name="connsiteY2" fmla="*/ 0 h 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6" h="4">
                  <a:moveTo>
                    <a:pt x="476" y="0"/>
                  </a:moveTo>
                  <a:lnTo>
                    <a:pt x="0" y="4"/>
                  </a:lnTo>
                  <a:cubicBezTo>
                    <a:pt x="161" y="4"/>
                    <a:pt x="316" y="4"/>
                    <a:pt x="476" y="0"/>
                  </a:cubicBezTo>
                  <a:close/>
                </a:path>
              </a:pathLst>
            </a:custGeom>
            <a:grpFill/>
            <a:ln w="6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4729262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ith Lef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69B797-C20F-9FA8-DAAE-469DD3EC516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pc="0"/>
            </a:lvl1pPr>
          </a:lstStyle>
          <a:p>
            <a:r>
              <a:rPr lang="en-US"/>
              <a:t>Confidential</a:t>
            </a:r>
            <a:endParaRPr lang="en-GB" spc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C1AEAF-E1EB-8682-46B5-C4986478473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41E5F93-45D3-472F-9EA1-BCB47A04FF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54DAC0B-862D-B90A-DC42-00D38DC4675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5344" y="1859280"/>
            <a:ext cx="6917619" cy="4895778"/>
          </a:xfrm>
          <a:custGeom>
            <a:avLst/>
            <a:gdLst>
              <a:gd name="connsiteX0" fmla="*/ 640714 w 6917619"/>
              <a:gd name="connsiteY0" fmla="*/ 0 h 4895778"/>
              <a:gd name="connsiteX1" fmla="*/ 6917619 w 6917619"/>
              <a:gd name="connsiteY1" fmla="*/ 0 h 4895778"/>
              <a:gd name="connsiteX2" fmla="*/ 6917619 w 6917619"/>
              <a:gd name="connsiteY2" fmla="*/ 4252461 h 4895778"/>
              <a:gd name="connsiteX3" fmla="*/ 6276905 w 6917619"/>
              <a:gd name="connsiteY3" fmla="*/ 4895778 h 4895778"/>
              <a:gd name="connsiteX4" fmla="*/ 640714 w 6917619"/>
              <a:gd name="connsiteY4" fmla="*/ 4895778 h 4895778"/>
              <a:gd name="connsiteX5" fmla="*/ 0 w 6917619"/>
              <a:gd name="connsiteY5" fmla="*/ 4252461 h 4895778"/>
              <a:gd name="connsiteX6" fmla="*/ 0 w 6917619"/>
              <a:gd name="connsiteY6" fmla="*/ 643317 h 4895778"/>
              <a:gd name="connsiteX7" fmla="*/ 640714 w 6917619"/>
              <a:gd name="connsiteY7" fmla="*/ 0 h 48957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917619" h="4895778">
                <a:moveTo>
                  <a:pt x="640714" y="0"/>
                </a:moveTo>
                <a:lnTo>
                  <a:pt x="6917619" y="0"/>
                </a:lnTo>
                <a:lnTo>
                  <a:pt x="6917619" y="4252461"/>
                </a:lnTo>
                <a:cubicBezTo>
                  <a:pt x="6917619" y="4607513"/>
                  <a:pt x="6630521" y="4895778"/>
                  <a:pt x="6276905" y="4895778"/>
                </a:cubicBezTo>
                <a:lnTo>
                  <a:pt x="640714" y="4895778"/>
                </a:lnTo>
                <a:cubicBezTo>
                  <a:pt x="287099" y="4895778"/>
                  <a:pt x="0" y="4607513"/>
                  <a:pt x="0" y="4252461"/>
                </a:cubicBezTo>
                <a:lnTo>
                  <a:pt x="0" y="643317"/>
                </a:lnTo>
                <a:cubicBezTo>
                  <a:pt x="0" y="288265"/>
                  <a:pt x="287099" y="0"/>
                  <a:pt x="640714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GB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C81AD52E-1789-01A1-2BBB-C4BD46A5C6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29556" y="1907516"/>
            <a:ext cx="3498564" cy="1186204"/>
          </a:xfrm>
        </p:spPr>
        <p:txBody>
          <a:bodyPr/>
          <a:lstStyle>
            <a:lvl1pPr>
              <a:lnSpc>
                <a:spcPct val="100952"/>
              </a:lnSpc>
              <a:defRPr spc="-26">
                <a:solidFill>
                  <a:schemeClr val="tx1"/>
                </a:solidFill>
              </a:defRPr>
            </a:lvl1pPr>
          </a:lstStyle>
          <a:p>
            <a:r>
              <a:rPr lang="en-US"/>
              <a:t>An example quote or statement that’s paired with the left image.</a:t>
            </a:r>
            <a:endParaRPr lang="en-GB"/>
          </a:p>
        </p:txBody>
      </p:sp>
      <p:sp>
        <p:nvSpPr>
          <p:cNvPr id="15" name="Text Placeholder 24">
            <a:extLst>
              <a:ext uri="{FF2B5EF4-FFF2-40B4-BE49-F238E27FC236}">
                <a16:creationId xmlns:a16="http://schemas.microsoft.com/office/drawing/2014/main" id="{F5FB426E-22B9-2183-4B0B-A78B89CDDD0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29555" y="3395374"/>
            <a:ext cx="3498563" cy="158693"/>
          </a:xfrm>
        </p:spPr>
        <p:txBody>
          <a:bodyPr vert="horz" lIns="0" tIns="0" rIns="0" bIns="0" rtlCol="0">
            <a:noAutofit/>
          </a:bodyPr>
          <a:lstStyle>
            <a:lvl1pPr>
              <a:buNone/>
              <a:defRPr lang="en-GB" sz="1200" spc="-9" dirty="0">
                <a:solidFill>
                  <a:schemeClr val="tx1"/>
                </a:solidFill>
                <a:latin typeface="Funnel Sans Medium" pitchFamily="2" charset="0"/>
              </a:defRPr>
            </a:lvl1pPr>
          </a:lstStyle>
          <a:p>
            <a:pPr marL="0" lvl="0" indent="0">
              <a:buNone/>
            </a:pPr>
            <a:r>
              <a:rPr lang="en-US"/>
              <a:t>Presenter Name</a:t>
            </a:r>
            <a:endParaRPr lang="en-GB"/>
          </a:p>
        </p:txBody>
      </p:sp>
      <p:sp>
        <p:nvSpPr>
          <p:cNvPr id="16" name="Text Placeholder 24">
            <a:extLst>
              <a:ext uri="{FF2B5EF4-FFF2-40B4-BE49-F238E27FC236}">
                <a16:creationId xmlns:a16="http://schemas.microsoft.com/office/drawing/2014/main" id="{2A367706-A504-DD7D-152D-F9949108D1F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129555" y="3611410"/>
            <a:ext cx="3498563" cy="158693"/>
          </a:xfrm>
        </p:spPr>
        <p:txBody>
          <a:bodyPr vert="horz" lIns="0" tIns="0" rIns="0" bIns="0" rtlCol="0">
            <a:noAutofit/>
          </a:bodyPr>
          <a:lstStyle>
            <a:lvl1pPr>
              <a:buNone/>
              <a:defRPr lang="en-GB" sz="1200" spc="-9" dirty="0">
                <a:solidFill>
                  <a:schemeClr val="tx2"/>
                </a:solidFill>
                <a:latin typeface="Funnel Sans Medium" pitchFamily="2" charset="0"/>
              </a:defRPr>
            </a:lvl1pPr>
          </a:lstStyle>
          <a:p>
            <a:pPr marL="0" lvl="0" indent="0">
              <a:buNone/>
            </a:pPr>
            <a:r>
              <a:rPr lang="en-US"/>
              <a:t>Presenter Title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71047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Quote with Left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69B797-C20F-9FA8-DAAE-469DD3EC516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pc="0"/>
            </a:lvl1pPr>
          </a:lstStyle>
          <a:p>
            <a:r>
              <a:rPr lang="en-US"/>
              <a:t>Confidential</a:t>
            </a:r>
            <a:endParaRPr lang="en-GB" spc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C1AEAF-E1EB-8682-46B5-C4986478473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41E5F93-45D3-472F-9EA1-BCB47A04FF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54DAC0B-862D-B90A-DC42-00D38DC4675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5344" y="1859280"/>
            <a:ext cx="6917619" cy="4895778"/>
          </a:xfrm>
          <a:custGeom>
            <a:avLst/>
            <a:gdLst>
              <a:gd name="connsiteX0" fmla="*/ 640714 w 6917619"/>
              <a:gd name="connsiteY0" fmla="*/ 0 h 4895778"/>
              <a:gd name="connsiteX1" fmla="*/ 6917619 w 6917619"/>
              <a:gd name="connsiteY1" fmla="*/ 0 h 4895778"/>
              <a:gd name="connsiteX2" fmla="*/ 6917619 w 6917619"/>
              <a:gd name="connsiteY2" fmla="*/ 4252461 h 4895778"/>
              <a:gd name="connsiteX3" fmla="*/ 6276905 w 6917619"/>
              <a:gd name="connsiteY3" fmla="*/ 4895778 h 4895778"/>
              <a:gd name="connsiteX4" fmla="*/ 640714 w 6917619"/>
              <a:gd name="connsiteY4" fmla="*/ 4895778 h 4895778"/>
              <a:gd name="connsiteX5" fmla="*/ 0 w 6917619"/>
              <a:gd name="connsiteY5" fmla="*/ 4252461 h 4895778"/>
              <a:gd name="connsiteX6" fmla="*/ 0 w 6917619"/>
              <a:gd name="connsiteY6" fmla="*/ 643317 h 4895778"/>
              <a:gd name="connsiteX7" fmla="*/ 640714 w 6917619"/>
              <a:gd name="connsiteY7" fmla="*/ 0 h 48957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917619" h="4895778">
                <a:moveTo>
                  <a:pt x="640714" y="0"/>
                </a:moveTo>
                <a:lnTo>
                  <a:pt x="6917619" y="0"/>
                </a:lnTo>
                <a:lnTo>
                  <a:pt x="6917619" y="4252461"/>
                </a:lnTo>
                <a:cubicBezTo>
                  <a:pt x="6917619" y="4607513"/>
                  <a:pt x="6630521" y="4895778"/>
                  <a:pt x="6276905" y="4895778"/>
                </a:cubicBezTo>
                <a:lnTo>
                  <a:pt x="640714" y="4895778"/>
                </a:lnTo>
                <a:cubicBezTo>
                  <a:pt x="287099" y="4895778"/>
                  <a:pt x="0" y="4607513"/>
                  <a:pt x="0" y="4252461"/>
                </a:cubicBezTo>
                <a:lnTo>
                  <a:pt x="0" y="643317"/>
                </a:lnTo>
                <a:cubicBezTo>
                  <a:pt x="0" y="288265"/>
                  <a:pt x="287099" y="0"/>
                  <a:pt x="640714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GB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C81AD52E-1789-01A1-2BBB-C4BD46A5C6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29556" y="1907516"/>
            <a:ext cx="3498564" cy="1186204"/>
          </a:xfrm>
        </p:spPr>
        <p:txBody>
          <a:bodyPr/>
          <a:lstStyle>
            <a:lvl1pPr>
              <a:lnSpc>
                <a:spcPct val="100952"/>
              </a:lnSpc>
              <a:defRPr spc="-26">
                <a:solidFill>
                  <a:schemeClr val="tx1"/>
                </a:solidFill>
              </a:defRPr>
            </a:lvl1pPr>
          </a:lstStyle>
          <a:p>
            <a:r>
              <a:rPr lang="en-US"/>
              <a:t>An example quote or statement that’s paired with the left image.</a:t>
            </a:r>
            <a:endParaRPr lang="en-GB"/>
          </a:p>
        </p:txBody>
      </p:sp>
      <p:sp>
        <p:nvSpPr>
          <p:cNvPr id="15" name="Text Placeholder 24">
            <a:extLst>
              <a:ext uri="{FF2B5EF4-FFF2-40B4-BE49-F238E27FC236}">
                <a16:creationId xmlns:a16="http://schemas.microsoft.com/office/drawing/2014/main" id="{F5FB426E-22B9-2183-4B0B-A78B89CDDD0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29555" y="3395374"/>
            <a:ext cx="3498563" cy="158693"/>
          </a:xfrm>
        </p:spPr>
        <p:txBody>
          <a:bodyPr vert="horz" lIns="0" tIns="0" rIns="0" bIns="0" rtlCol="0">
            <a:noAutofit/>
          </a:bodyPr>
          <a:lstStyle>
            <a:lvl1pPr>
              <a:buNone/>
              <a:defRPr lang="en-GB" sz="1200" spc="-9" dirty="0">
                <a:solidFill>
                  <a:schemeClr val="tx1"/>
                </a:solidFill>
                <a:latin typeface="Funnel Sans Medium" pitchFamily="2" charset="0"/>
              </a:defRPr>
            </a:lvl1pPr>
          </a:lstStyle>
          <a:p>
            <a:pPr marL="0" lvl="0" indent="0">
              <a:buNone/>
            </a:pPr>
            <a:r>
              <a:rPr lang="en-US"/>
              <a:t>Presenter Name</a:t>
            </a:r>
            <a:endParaRPr lang="en-GB"/>
          </a:p>
        </p:txBody>
      </p:sp>
      <p:sp>
        <p:nvSpPr>
          <p:cNvPr id="16" name="Text Placeholder 24">
            <a:extLst>
              <a:ext uri="{FF2B5EF4-FFF2-40B4-BE49-F238E27FC236}">
                <a16:creationId xmlns:a16="http://schemas.microsoft.com/office/drawing/2014/main" id="{2A367706-A504-DD7D-152D-F9949108D1F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129555" y="3611410"/>
            <a:ext cx="3498563" cy="158693"/>
          </a:xfrm>
        </p:spPr>
        <p:txBody>
          <a:bodyPr vert="horz" lIns="0" tIns="0" rIns="0" bIns="0" rtlCol="0">
            <a:noAutofit/>
          </a:bodyPr>
          <a:lstStyle>
            <a:lvl1pPr>
              <a:buNone/>
              <a:defRPr lang="en-GB" sz="1200" spc="-9" dirty="0">
                <a:solidFill>
                  <a:schemeClr val="tx2"/>
                </a:solidFill>
                <a:latin typeface="Funnel Sans Medium" pitchFamily="2" charset="0"/>
              </a:defRPr>
            </a:lvl1pPr>
          </a:lstStyle>
          <a:p>
            <a:pPr marL="0" lvl="0" indent="0">
              <a:buNone/>
            </a:pPr>
            <a:r>
              <a:rPr lang="en-US"/>
              <a:t>Presenter Title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27951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with Two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B5CCA-5D37-E7FD-CCAE-12717F2D4C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1111" y="1389953"/>
            <a:ext cx="7739761" cy="414463"/>
          </a:xfrm>
        </p:spPr>
        <p:txBody>
          <a:bodyPr/>
          <a:lstStyle>
            <a:lvl1pPr>
              <a:defRPr spc="-26">
                <a:solidFill>
                  <a:schemeClr val="tx1"/>
                </a:solidFill>
              </a:defRPr>
            </a:lvl1pPr>
          </a:lstStyle>
          <a:p>
            <a:r>
              <a:rPr lang="en-US"/>
              <a:t>Headline for slide with two images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873D17-CFDE-020B-1330-4EC91B5840E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pc="0"/>
            </a:lvl1pPr>
          </a:lstStyle>
          <a:p>
            <a:r>
              <a:rPr lang="en-US"/>
              <a:t>Confidential</a:t>
            </a:r>
            <a:endParaRPr lang="en-GB" spc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068210-59C1-2532-0C3A-020785A34FA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41E5F93-45D3-472F-9EA1-BCB47A04FF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BF5AE32F-DE82-2DBA-EC62-5CC5CA08FEC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57178" y="1088496"/>
            <a:ext cx="7745770" cy="158693"/>
          </a:xfrm>
        </p:spPr>
        <p:txBody>
          <a:bodyPr/>
          <a:lstStyle>
            <a:lvl1pPr marL="0" indent="0" algn="l">
              <a:buNone/>
              <a:defRPr sz="1200">
                <a:solidFill>
                  <a:schemeClr val="tx1"/>
                </a:solidFill>
                <a:latin typeface="Funnel Sans Medium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Label</a:t>
            </a:r>
            <a:endParaRPr lang="en-GB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7B780EE7-8B48-AE2D-938E-E4D65084BBC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1313" y="2687320"/>
            <a:ext cx="7909560" cy="4101878"/>
          </a:xfrm>
          <a:custGeom>
            <a:avLst/>
            <a:gdLst>
              <a:gd name="connsiteX0" fmla="*/ 640856 w 7909560"/>
              <a:gd name="connsiteY0" fmla="*/ 0 h 4101878"/>
              <a:gd name="connsiteX1" fmla="*/ 7909560 w 7909560"/>
              <a:gd name="connsiteY1" fmla="*/ 0 h 4101878"/>
              <a:gd name="connsiteX2" fmla="*/ 7909560 w 7909560"/>
              <a:gd name="connsiteY2" fmla="*/ 3461353 h 4101878"/>
              <a:gd name="connsiteX3" fmla="*/ 7268704 w 7909560"/>
              <a:gd name="connsiteY3" fmla="*/ 4101878 h 4101878"/>
              <a:gd name="connsiteX4" fmla="*/ 640856 w 7909560"/>
              <a:gd name="connsiteY4" fmla="*/ 4101878 h 4101878"/>
              <a:gd name="connsiteX5" fmla="*/ 0 w 7909560"/>
              <a:gd name="connsiteY5" fmla="*/ 3461353 h 4101878"/>
              <a:gd name="connsiteX6" fmla="*/ 0 w 7909560"/>
              <a:gd name="connsiteY6" fmla="*/ 640525 h 4101878"/>
              <a:gd name="connsiteX7" fmla="*/ 640856 w 7909560"/>
              <a:gd name="connsiteY7" fmla="*/ 0 h 41018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909560" h="4101878">
                <a:moveTo>
                  <a:pt x="640856" y="0"/>
                </a:moveTo>
                <a:lnTo>
                  <a:pt x="7909560" y="0"/>
                </a:lnTo>
                <a:lnTo>
                  <a:pt x="7909560" y="3461353"/>
                </a:lnTo>
                <a:cubicBezTo>
                  <a:pt x="7909560" y="3814847"/>
                  <a:pt x="7622380" y="4101878"/>
                  <a:pt x="7268704" y="4101878"/>
                </a:cubicBezTo>
                <a:lnTo>
                  <a:pt x="640856" y="4101878"/>
                </a:lnTo>
                <a:cubicBezTo>
                  <a:pt x="287180" y="4101878"/>
                  <a:pt x="0" y="3814847"/>
                  <a:pt x="0" y="3461353"/>
                </a:cubicBezTo>
                <a:lnTo>
                  <a:pt x="0" y="640525"/>
                </a:lnTo>
                <a:cubicBezTo>
                  <a:pt x="0" y="287031"/>
                  <a:pt x="287180" y="0"/>
                  <a:pt x="64085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GB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3717AD81-D334-8CCB-130E-2510F2DB65F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125632" y="2687320"/>
            <a:ext cx="3975183" cy="4101813"/>
          </a:xfrm>
          <a:custGeom>
            <a:avLst/>
            <a:gdLst>
              <a:gd name="connsiteX0" fmla="*/ 0 w 3975183"/>
              <a:gd name="connsiteY0" fmla="*/ 0 h 4101813"/>
              <a:gd name="connsiteX1" fmla="*/ 3325754 w 3975183"/>
              <a:gd name="connsiteY1" fmla="*/ 0 h 4101813"/>
              <a:gd name="connsiteX2" fmla="*/ 3975183 w 3975183"/>
              <a:gd name="connsiteY2" fmla="*/ 649429 h 4101813"/>
              <a:gd name="connsiteX3" fmla="*/ 3975183 w 3975183"/>
              <a:gd name="connsiteY3" fmla="*/ 3452384 h 4101813"/>
              <a:gd name="connsiteX4" fmla="*/ 3325754 w 3975183"/>
              <a:gd name="connsiteY4" fmla="*/ 4101813 h 4101813"/>
              <a:gd name="connsiteX5" fmla="*/ 649429 w 3975183"/>
              <a:gd name="connsiteY5" fmla="*/ 4101813 h 4101813"/>
              <a:gd name="connsiteX6" fmla="*/ 0 w 3975183"/>
              <a:gd name="connsiteY6" fmla="*/ 3452384 h 4101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975183" h="4101813">
                <a:moveTo>
                  <a:pt x="0" y="0"/>
                </a:moveTo>
                <a:lnTo>
                  <a:pt x="3325754" y="0"/>
                </a:lnTo>
                <a:cubicBezTo>
                  <a:pt x="3684209" y="0"/>
                  <a:pt x="3975183" y="290974"/>
                  <a:pt x="3975183" y="649429"/>
                </a:cubicBezTo>
                <a:lnTo>
                  <a:pt x="3975183" y="3452384"/>
                </a:lnTo>
                <a:cubicBezTo>
                  <a:pt x="3975183" y="3810839"/>
                  <a:pt x="3684209" y="4101813"/>
                  <a:pt x="3325754" y="4101813"/>
                </a:cubicBezTo>
                <a:lnTo>
                  <a:pt x="649429" y="4101813"/>
                </a:lnTo>
                <a:cubicBezTo>
                  <a:pt x="290974" y="4101813"/>
                  <a:pt x="0" y="3810839"/>
                  <a:pt x="0" y="3452384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10041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eadline with Two Imag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B5CCA-5D37-E7FD-CCAE-12717F2D4C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1111" y="1389953"/>
            <a:ext cx="7739761" cy="414463"/>
          </a:xfrm>
        </p:spPr>
        <p:txBody>
          <a:bodyPr/>
          <a:lstStyle>
            <a:lvl1pPr>
              <a:defRPr spc="-26">
                <a:solidFill>
                  <a:schemeClr val="tx1"/>
                </a:solidFill>
              </a:defRPr>
            </a:lvl1pPr>
          </a:lstStyle>
          <a:p>
            <a:r>
              <a:rPr lang="en-US"/>
              <a:t>Headline for slide with two images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873D17-CFDE-020B-1330-4EC91B5840E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pc="0"/>
            </a:lvl1pPr>
          </a:lstStyle>
          <a:p>
            <a:r>
              <a:rPr lang="en-US"/>
              <a:t>Confidential</a:t>
            </a:r>
            <a:endParaRPr lang="en-GB" spc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068210-59C1-2532-0C3A-020785A34FA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41E5F93-45D3-472F-9EA1-BCB47A04FF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BF5AE32F-DE82-2DBA-EC62-5CC5CA08FEC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57178" y="1088496"/>
            <a:ext cx="7745770" cy="158693"/>
          </a:xfrm>
        </p:spPr>
        <p:txBody>
          <a:bodyPr/>
          <a:lstStyle>
            <a:lvl1pPr marL="0" indent="0" algn="l">
              <a:buNone/>
              <a:defRPr sz="1200">
                <a:solidFill>
                  <a:schemeClr val="tx1"/>
                </a:solidFill>
                <a:latin typeface="Funnel Sans Medium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Label</a:t>
            </a:r>
            <a:endParaRPr lang="en-GB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7B780EE7-8B48-AE2D-938E-E4D65084BBC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1313" y="2687320"/>
            <a:ext cx="7909560" cy="4101878"/>
          </a:xfrm>
          <a:custGeom>
            <a:avLst/>
            <a:gdLst>
              <a:gd name="connsiteX0" fmla="*/ 640856 w 7909560"/>
              <a:gd name="connsiteY0" fmla="*/ 0 h 4101878"/>
              <a:gd name="connsiteX1" fmla="*/ 7909560 w 7909560"/>
              <a:gd name="connsiteY1" fmla="*/ 0 h 4101878"/>
              <a:gd name="connsiteX2" fmla="*/ 7909560 w 7909560"/>
              <a:gd name="connsiteY2" fmla="*/ 3461353 h 4101878"/>
              <a:gd name="connsiteX3" fmla="*/ 7268704 w 7909560"/>
              <a:gd name="connsiteY3" fmla="*/ 4101878 h 4101878"/>
              <a:gd name="connsiteX4" fmla="*/ 640856 w 7909560"/>
              <a:gd name="connsiteY4" fmla="*/ 4101878 h 4101878"/>
              <a:gd name="connsiteX5" fmla="*/ 0 w 7909560"/>
              <a:gd name="connsiteY5" fmla="*/ 3461353 h 4101878"/>
              <a:gd name="connsiteX6" fmla="*/ 0 w 7909560"/>
              <a:gd name="connsiteY6" fmla="*/ 640525 h 4101878"/>
              <a:gd name="connsiteX7" fmla="*/ 640856 w 7909560"/>
              <a:gd name="connsiteY7" fmla="*/ 0 h 41018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909560" h="4101878">
                <a:moveTo>
                  <a:pt x="640856" y="0"/>
                </a:moveTo>
                <a:lnTo>
                  <a:pt x="7909560" y="0"/>
                </a:lnTo>
                <a:lnTo>
                  <a:pt x="7909560" y="3461353"/>
                </a:lnTo>
                <a:cubicBezTo>
                  <a:pt x="7909560" y="3814847"/>
                  <a:pt x="7622380" y="4101878"/>
                  <a:pt x="7268704" y="4101878"/>
                </a:cubicBezTo>
                <a:lnTo>
                  <a:pt x="640856" y="4101878"/>
                </a:lnTo>
                <a:cubicBezTo>
                  <a:pt x="287180" y="4101878"/>
                  <a:pt x="0" y="3814847"/>
                  <a:pt x="0" y="3461353"/>
                </a:cubicBezTo>
                <a:lnTo>
                  <a:pt x="0" y="640525"/>
                </a:lnTo>
                <a:cubicBezTo>
                  <a:pt x="0" y="287031"/>
                  <a:pt x="287180" y="0"/>
                  <a:pt x="64085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GB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3717AD81-D334-8CCB-130E-2510F2DB65F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125632" y="2687320"/>
            <a:ext cx="3975183" cy="4101813"/>
          </a:xfrm>
          <a:custGeom>
            <a:avLst/>
            <a:gdLst>
              <a:gd name="connsiteX0" fmla="*/ 0 w 3975183"/>
              <a:gd name="connsiteY0" fmla="*/ 0 h 4101813"/>
              <a:gd name="connsiteX1" fmla="*/ 3325754 w 3975183"/>
              <a:gd name="connsiteY1" fmla="*/ 0 h 4101813"/>
              <a:gd name="connsiteX2" fmla="*/ 3975183 w 3975183"/>
              <a:gd name="connsiteY2" fmla="*/ 649429 h 4101813"/>
              <a:gd name="connsiteX3" fmla="*/ 3975183 w 3975183"/>
              <a:gd name="connsiteY3" fmla="*/ 3452384 h 4101813"/>
              <a:gd name="connsiteX4" fmla="*/ 3325754 w 3975183"/>
              <a:gd name="connsiteY4" fmla="*/ 4101813 h 4101813"/>
              <a:gd name="connsiteX5" fmla="*/ 649429 w 3975183"/>
              <a:gd name="connsiteY5" fmla="*/ 4101813 h 4101813"/>
              <a:gd name="connsiteX6" fmla="*/ 0 w 3975183"/>
              <a:gd name="connsiteY6" fmla="*/ 3452384 h 4101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975183" h="4101813">
                <a:moveTo>
                  <a:pt x="0" y="0"/>
                </a:moveTo>
                <a:lnTo>
                  <a:pt x="3325754" y="0"/>
                </a:lnTo>
                <a:cubicBezTo>
                  <a:pt x="3684209" y="0"/>
                  <a:pt x="3975183" y="290974"/>
                  <a:pt x="3975183" y="649429"/>
                </a:cubicBezTo>
                <a:lnTo>
                  <a:pt x="3975183" y="3452384"/>
                </a:lnTo>
                <a:cubicBezTo>
                  <a:pt x="3975183" y="3810839"/>
                  <a:pt x="3684209" y="4101813"/>
                  <a:pt x="3325754" y="4101813"/>
                </a:cubicBezTo>
                <a:lnTo>
                  <a:pt x="649429" y="4101813"/>
                </a:lnTo>
                <a:cubicBezTo>
                  <a:pt x="290974" y="4101813"/>
                  <a:pt x="0" y="3810839"/>
                  <a:pt x="0" y="3452384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47010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&amp; Body with Image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20318-95A4-0902-F794-678773D63E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1112" y="1389952"/>
            <a:ext cx="3753871" cy="1170367"/>
          </a:xfrm>
        </p:spPr>
        <p:txBody>
          <a:bodyPr/>
          <a:lstStyle>
            <a:lvl1pPr>
              <a:lnSpc>
                <a:spcPct val="102381"/>
              </a:lnSpc>
              <a:defRPr spc="-22">
                <a:solidFill>
                  <a:schemeClr val="tx1"/>
                </a:solidFill>
              </a:defRPr>
            </a:lvl1pPr>
          </a:lstStyle>
          <a:p>
            <a:r>
              <a:rPr lang="en-US"/>
              <a:t>A template for a headline and body copy paired with an image on the right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0CBB53-1041-7DAB-E7B6-97645F7A274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pc="0"/>
            </a:lvl1pPr>
          </a:lstStyle>
          <a:p>
            <a:r>
              <a:rPr lang="en-US"/>
              <a:t>Confidential</a:t>
            </a:r>
            <a:endParaRPr lang="en-GB" spc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BE8B73-9AC3-F0D9-9171-EF6C633539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41E5F93-45D3-472F-9EA1-BCB47A04FF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375564C8-82EE-7E06-BE0C-6D70300B4AB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57180" y="1088496"/>
            <a:ext cx="3753872" cy="158693"/>
          </a:xfrm>
        </p:spPr>
        <p:txBody>
          <a:bodyPr/>
          <a:lstStyle>
            <a:lvl1pPr marL="0" indent="0" algn="l">
              <a:buNone/>
              <a:defRPr sz="1200">
                <a:solidFill>
                  <a:schemeClr val="tx1"/>
                </a:solidFill>
                <a:latin typeface="Funnel Sans Medium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Label</a:t>
            </a:r>
            <a:endParaRPr lang="en-GB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5DA13FF3-B687-67A4-23E7-265ABB0E998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163127" y="1079261"/>
            <a:ext cx="6936481" cy="5681757"/>
          </a:xfrm>
          <a:custGeom>
            <a:avLst/>
            <a:gdLst>
              <a:gd name="connsiteX0" fmla="*/ 738074 w 6945717"/>
              <a:gd name="connsiteY0" fmla="*/ 0 h 5722013"/>
              <a:gd name="connsiteX1" fmla="*/ 6945717 w 6945717"/>
              <a:gd name="connsiteY1" fmla="*/ 0 h 5722013"/>
              <a:gd name="connsiteX2" fmla="*/ 6945717 w 6945717"/>
              <a:gd name="connsiteY2" fmla="*/ 4984557 h 5722013"/>
              <a:gd name="connsiteX3" fmla="*/ 6207643 w 6945717"/>
              <a:gd name="connsiteY3" fmla="*/ 5722013 h 5722013"/>
              <a:gd name="connsiteX4" fmla="*/ 738074 w 6945717"/>
              <a:gd name="connsiteY4" fmla="*/ 5722013 h 5722013"/>
              <a:gd name="connsiteX5" fmla="*/ 0 w 6945717"/>
              <a:gd name="connsiteY5" fmla="*/ 4984557 h 5722013"/>
              <a:gd name="connsiteX6" fmla="*/ 0 w 6945717"/>
              <a:gd name="connsiteY6" fmla="*/ 737456 h 5722013"/>
              <a:gd name="connsiteX7" fmla="*/ 738074 w 6945717"/>
              <a:gd name="connsiteY7" fmla="*/ 0 h 5722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945717" h="5722013">
                <a:moveTo>
                  <a:pt x="738074" y="0"/>
                </a:moveTo>
                <a:lnTo>
                  <a:pt x="6945717" y="0"/>
                </a:lnTo>
                <a:lnTo>
                  <a:pt x="6945717" y="4984557"/>
                </a:lnTo>
                <a:cubicBezTo>
                  <a:pt x="6945717" y="5391542"/>
                  <a:pt x="6614968" y="5722013"/>
                  <a:pt x="6207643" y="5722013"/>
                </a:cubicBezTo>
                <a:lnTo>
                  <a:pt x="738074" y="5722013"/>
                </a:lnTo>
                <a:cubicBezTo>
                  <a:pt x="330748" y="5722013"/>
                  <a:pt x="0" y="5391542"/>
                  <a:pt x="0" y="4984557"/>
                </a:cubicBezTo>
                <a:lnTo>
                  <a:pt x="0" y="737456"/>
                </a:lnTo>
                <a:cubicBezTo>
                  <a:pt x="0" y="330472"/>
                  <a:pt x="330748" y="0"/>
                  <a:pt x="738074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GB"/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8992FF23-EEEA-EC59-C320-07847EF7C9A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7175" y="2929573"/>
            <a:ext cx="3753993" cy="3671252"/>
          </a:xfrm>
        </p:spPr>
        <p:txBody>
          <a:bodyPr/>
          <a:lstStyle>
            <a:lvl1pPr>
              <a:lnSpc>
                <a:spcPct val="103000"/>
              </a:lnSpc>
              <a:spcBef>
                <a:spcPts val="1000"/>
              </a:spcBef>
              <a:defRPr sz="1400" spc="-17"/>
            </a:lvl1pPr>
            <a:lvl2pPr>
              <a:lnSpc>
                <a:spcPct val="103000"/>
              </a:lnSpc>
              <a:spcBef>
                <a:spcPts val="1000"/>
              </a:spcBef>
              <a:defRPr sz="1400" spc="-17"/>
            </a:lvl2pPr>
            <a:lvl3pPr>
              <a:lnSpc>
                <a:spcPct val="103000"/>
              </a:lnSpc>
              <a:spcBef>
                <a:spcPts val="1000"/>
              </a:spcBef>
              <a:defRPr sz="1400" spc="-17"/>
            </a:lvl3pPr>
            <a:lvl4pPr>
              <a:lnSpc>
                <a:spcPct val="103000"/>
              </a:lnSpc>
              <a:spcBef>
                <a:spcPts val="1000"/>
              </a:spcBef>
              <a:defRPr sz="1400" spc="-17"/>
            </a:lvl4pPr>
            <a:lvl5pPr>
              <a:lnSpc>
                <a:spcPct val="103000"/>
              </a:lnSpc>
              <a:spcBef>
                <a:spcPts val="1000"/>
              </a:spcBef>
              <a:defRPr sz="1400" spc="-17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897001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eadline &amp; Body with Image-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20318-95A4-0902-F794-678773D63E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1112" y="1389952"/>
            <a:ext cx="3753871" cy="1170367"/>
          </a:xfrm>
        </p:spPr>
        <p:txBody>
          <a:bodyPr/>
          <a:lstStyle>
            <a:lvl1pPr>
              <a:lnSpc>
                <a:spcPct val="102381"/>
              </a:lnSpc>
              <a:defRPr spc="-22">
                <a:solidFill>
                  <a:schemeClr val="tx1"/>
                </a:solidFill>
              </a:defRPr>
            </a:lvl1pPr>
          </a:lstStyle>
          <a:p>
            <a:r>
              <a:rPr lang="en-US"/>
              <a:t>A template for a headline and body copy paired with an image on the right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0CBB53-1041-7DAB-E7B6-97645F7A274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pc="0"/>
            </a:lvl1pPr>
          </a:lstStyle>
          <a:p>
            <a:r>
              <a:rPr lang="en-US"/>
              <a:t>Confidential</a:t>
            </a:r>
            <a:endParaRPr lang="en-GB" spc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BE8B73-9AC3-F0D9-9171-EF6C633539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41E5F93-45D3-472F-9EA1-BCB47A04FF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375564C8-82EE-7E06-BE0C-6D70300B4AB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57180" y="1088496"/>
            <a:ext cx="3753872" cy="158693"/>
          </a:xfrm>
        </p:spPr>
        <p:txBody>
          <a:bodyPr/>
          <a:lstStyle>
            <a:lvl1pPr marL="0" indent="0" algn="l">
              <a:buNone/>
              <a:defRPr sz="1200">
                <a:solidFill>
                  <a:schemeClr val="tx1"/>
                </a:solidFill>
                <a:latin typeface="Funnel Sans Medium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Label</a:t>
            </a:r>
            <a:endParaRPr lang="en-GB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5DA13FF3-B687-67A4-23E7-265ABB0E998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163127" y="1079261"/>
            <a:ext cx="6936481" cy="5681757"/>
          </a:xfrm>
          <a:custGeom>
            <a:avLst/>
            <a:gdLst>
              <a:gd name="connsiteX0" fmla="*/ 738074 w 6945717"/>
              <a:gd name="connsiteY0" fmla="*/ 0 h 5722013"/>
              <a:gd name="connsiteX1" fmla="*/ 6945717 w 6945717"/>
              <a:gd name="connsiteY1" fmla="*/ 0 h 5722013"/>
              <a:gd name="connsiteX2" fmla="*/ 6945717 w 6945717"/>
              <a:gd name="connsiteY2" fmla="*/ 4984557 h 5722013"/>
              <a:gd name="connsiteX3" fmla="*/ 6207643 w 6945717"/>
              <a:gd name="connsiteY3" fmla="*/ 5722013 h 5722013"/>
              <a:gd name="connsiteX4" fmla="*/ 738074 w 6945717"/>
              <a:gd name="connsiteY4" fmla="*/ 5722013 h 5722013"/>
              <a:gd name="connsiteX5" fmla="*/ 0 w 6945717"/>
              <a:gd name="connsiteY5" fmla="*/ 4984557 h 5722013"/>
              <a:gd name="connsiteX6" fmla="*/ 0 w 6945717"/>
              <a:gd name="connsiteY6" fmla="*/ 737456 h 5722013"/>
              <a:gd name="connsiteX7" fmla="*/ 738074 w 6945717"/>
              <a:gd name="connsiteY7" fmla="*/ 0 h 5722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945717" h="5722013">
                <a:moveTo>
                  <a:pt x="738074" y="0"/>
                </a:moveTo>
                <a:lnTo>
                  <a:pt x="6945717" y="0"/>
                </a:lnTo>
                <a:lnTo>
                  <a:pt x="6945717" y="4984557"/>
                </a:lnTo>
                <a:cubicBezTo>
                  <a:pt x="6945717" y="5391542"/>
                  <a:pt x="6614968" y="5722013"/>
                  <a:pt x="6207643" y="5722013"/>
                </a:cubicBezTo>
                <a:lnTo>
                  <a:pt x="738074" y="5722013"/>
                </a:lnTo>
                <a:cubicBezTo>
                  <a:pt x="330748" y="5722013"/>
                  <a:pt x="0" y="5391542"/>
                  <a:pt x="0" y="4984557"/>
                </a:cubicBezTo>
                <a:lnTo>
                  <a:pt x="0" y="737456"/>
                </a:lnTo>
                <a:cubicBezTo>
                  <a:pt x="0" y="330472"/>
                  <a:pt x="330748" y="0"/>
                  <a:pt x="738074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GB"/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8992FF23-EEEA-EC59-C320-07847EF7C9A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7175" y="2929573"/>
            <a:ext cx="3753993" cy="3671252"/>
          </a:xfrm>
        </p:spPr>
        <p:txBody>
          <a:bodyPr/>
          <a:lstStyle>
            <a:lvl1pPr>
              <a:lnSpc>
                <a:spcPct val="103000"/>
              </a:lnSpc>
              <a:spcBef>
                <a:spcPts val="1000"/>
              </a:spcBef>
              <a:defRPr sz="1400" spc="-17"/>
            </a:lvl1pPr>
            <a:lvl2pPr>
              <a:lnSpc>
                <a:spcPct val="103000"/>
              </a:lnSpc>
              <a:spcBef>
                <a:spcPts val="1000"/>
              </a:spcBef>
              <a:defRPr sz="1400" spc="-17"/>
            </a:lvl2pPr>
            <a:lvl3pPr>
              <a:lnSpc>
                <a:spcPct val="103000"/>
              </a:lnSpc>
              <a:spcBef>
                <a:spcPts val="1000"/>
              </a:spcBef>
              <a:defRPr sz="1400" spc="-17"/>
            </a:lvl3pPr>
            <a:lvl4pPr>
              <a:lnSpc>
                <a:spcPct val="103000"/>
              </a:lnSpc>
              <a:spcBef>
                <a:spcPts val="1000"/>
              </a:spcBef>
              <a:defRPr sz="1400" spc="-17"/>
            </a:lvl4pPr>
            <a:lvl5pPr>
              <a:lnSpc>
                <a:spcPct val="103000"/>
              </a:lnSpc>
              <a:spcBef>
                <a:spcPts val="1000"/>
              </a:spcBef>
              <a:defRPr sz="1400" spc="-17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508104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&amp; Body with Image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20318-95A4-0902-F794-678773D63E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1112" y="1389952"/>
            <a:ext cx="3753871" cy="1170367"/>
          </a:xfrm>
        </p:spPr>
        <p:txBody>
          <a:bodyPr/>
          <a:lstStyle>
            <a:lvl1pPr>
              <a:lnSpc>
                <a:spcPct val="102381"/>
              </a:lnSpc>
              <a:defRPr spc="-22">
                <a:solidFill>
                  <a:schemeClr val="tx1"/>
                </a:solidFill>
              </a:defRPr>
            </a:lvl1pPr>
          </a:lstStyle>
          <a:p>
            <a:r>
              <a:rPr lang="en-US"/>
              <a:t>A template for a headline and body copy paired with an image on the right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0CBB53-1041-7DAB-E7B6-97645F7A274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pc="0"/>
            </a:lvl1pPr>
          </a:lstStyle>
          <a:p>
            <a:r>
              <a:rPr lang="en-US"/>
              <a:t>Confidential</a:t>
            </a:r>
            <a:endParaRPr lang="en-GB" spc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BE8B73-9AC3-F0D9-9171-EF6C633539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41E5F93-45D3-472F-9EA1-BCB47A04FF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375564C8-82EE-7E06-BE0C-6D70300B4AB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57180" y="1088496"/>
            <a:ext cx="3753872" cy="158693"/>
          </a:xfrm>
        </p:spPr>
        <p:txBody>
          <a:bodyPr/>
          <a:lstStyle>
            <a:lvl1pPr marL="0" indent="0" algn="l">
              <a:buNone/>
              <a:defRPr sz="1200">
                <a:solidFill>
                  <a:schemeClr val="tx1"/>
                </a:solidFill>
                <a:latin typeface="Funnel Sans Medium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Label</a:t>
            </a:r>
            <a:endParaRPr lang="en-GB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5DA13FF3-B687-67A4-23E7-265ABB0E998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163127" y="1079261"/>
            <a:ext cx="6936481" cy="5681757"/>
          </a:xfrm>
          <a:custGeom>
            <a:avLst/>
            <a:gdLst>
              <a:gd name="connsiteX0" fmla="*/ 738074 w 6945717"/>
              <a:gd name="connsiteY0" fmla="*/ 0 h 5722013"/>
              <a:gd name="connsiteX1" fmla="*/ 6945717 w 6945717"/>
              <a:gd name="connsiteY1" fmla="*/ 0 h 5722013"/>
              <a:gd name="connsiteX2" fmla="*/ 6945717 w 6945717"/>
              <a:gd name="connsiteY2" fmla="*/ 4984557 h 5722013"/>
              <a:gd name="connsiteX3" fmla="*/ 6207643 w 6945717"/>
              <a:gd name="connsiteY3" fmla="*/ 5722013 h 5722013"/>
              <a:gd name="connsiteX4" fmla="*/ 738074 w 6945717"/>
              <a:gd name="connsiteY4" fmla="*/ 5722013 h 5722013"/>
              <a:gd name="connsiteX5" fmla="*/ 0 w 6945717"/>
              <a:gd name="connsiteY5" fmla="*/ 4984557 h 5722013"/>
              <a:gd name="connsiteX6" fmla="*/ 0 w 6945717"/>
              <a:gd name="connsiteY6" fmla="*/ 737456 h 5722013"/>
              <a:gd name="connsiteX7" fmla="*/ 738074 w 6945717"/>
              <a:gd name="connsiteY7" fmla="*/ 0 h 5722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945717" h="5722013">
                <a:moveTo>
                  <a:pt x="738074" y="0"/>
                </a:moveTo>
                <a:lnTo>
                  <a:pt x="6945717" y="0"/>
                </a:lnTo>
                <a:lnTo>
                  <a:pt x="6945717" y="4984557"/>
                </a:lnTo>
                <a:cubicBezTo>
                  <a:pt x="6945717" y="5391542"/>
                  <a:pt x="6614968" y="5722013"/>
                  <a:pt x="6207643" y="5722013"/>
                </a:cubicBezTo>
                <a:lnTo>
                  <a:pt x="738074" y="5722013"/>
                </a:lnTo>
                <a:cubicBezTo>
                  <a:pt x="330748" y="5722013"/>
                  <a:pt x="0" y="5391542"/>
                  <a:pt x="0" y="4984557"/>
                </a:cubicBezTo>
                <a:lnTo>
                  <a:pt x="0" y="737456"/>
                </a:lnTo>
                <a:cubicBezTo>
                  <a:pt x="0" y="330472"/>
                  <a:pt x="330748" y="0"/>
                  <a:pt x="738074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GB"/>
          </a:p>
        </p:txBody>
      </p:sp>
      <p:sp>
        <p:nvSpPr>
          <p:cNvPr id="9" name="Text Placeholder 18">
            <a:extLst>
              <a:ext uri="{FF2B5EF4-FFF2-40B4-BE49-F238E27FC236}">
                <a16:creationId xmlns:a16="http://schemas.microsoft.com/office/drawing/2014/main" id="{CA6B0C59-8056-303C-E693-D8259BDDE61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7175" y="3299031"/>
            <a:ext cx="3753993" cy="3301794"/>
          </a:xfrm>
        </p:spPr>
        <p:txBody>
          <a:bodyPr/>
          <a:lstStyle>
            <a:lvl1pPr marL="237744">
              <a:lnSpc>
                <a:spcPct val="93000"/>
              </a:lnSpc>
              <a:spcBef>
                <a:spcPts val="1000"/>
              </a:spcBef>
              <a:defRPr sz="1200" spc="-17">
                <a:solidFill>
                  <a:schemeClr val="tx2"/>
                </a:solidFill>
              </a:defRPr>
            </a:lvl1pPr>
            <a:lvl2pPr marL="402336">
              <a:lnSpc>
                <a:spcPct val="93000"/>
              </a:lnSpc>
              <a:spcBef>
                <a:spcPts val="1000"/>
              </a:spcBef>
              <a:defRPr sz="1200" spc="-17">
                <a:solidFill>
                  <a:schemeClr val="tx2"/>
                </a:solidFill>
              </a:defRPr>
            </a:lvl2pPr>
            <a:lvl3pPr marL="585216">
              <a:lnSpc>
                <a:spcPct val="93000"/>
              </a:lnSpc>
              <a:spcBef>
                <a:spcPts val="1000"/>
              </a:spcBef>
              <a:defRPr sz="1200" spc="-17">
                <a:solidFill>
                  <a:schemeClr val="tx2"/>
                </a:solidFill>
              </a:defRPr>
            </a:lvl3pPr>
            <a:lvl4pPr marL="768096">
              <a:lnSpc>
                <a:spcPct val="93000"/>
              </a:lnSpc>
              <a:spcBef>
                <a:spcPts val="1000"/>
              </a:spcBef>
              <a:defRPr sz="1200" spc="-17">
                <a:solidFill>
                  <a:schemeClr val="tx2"/>
                </a:solidFill>
              </a:defRPr>
            </a:lvl4pPr>
            <a:lvl5pPr marL="950976">
              <a:lnSpc>
                <a:spcPct val="93000"/>
              </a:lnSpc>
              <a:spcBef>
                <a:spcPts val="1000"/>
              </a:spcBef>
              <a:defRPr sz="1200" spc="-17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" name="Text Placeholder 24">
            <a:extLst>
              <a:ext uri="{FF2B5EF4-FFF2-40B4-BE49-F238E27FC236}">
                <a16:creationId xmlns:a16="http://schemas.microsoft.com/office/drawing/2014/main" id="{6E77B6E7-D661-181A-C34B-26EF05233EB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7180" y="2938535"/>
            <a:ext cx="3753871" cy="158693"/>
          </a:xfrm>
        </p:spPr>
        <p:txBody>
          <a:bodyPr vert="horz" lIns="0" tIns="0" rIns="0" bIns="0" rtlCol="0">
            <a:noAutofit/>
          </a:bodyPr>
          <a:lstStyle>
            <a:lvl1pPr>
              <a:buNone/>
              <a:defRPr lang="en-GB" sz="1200" spc="-9" dirty="0">
                <a:solidFill>
                  <a:schemeClr val="tx1"/>
                </a:solidFill>
                <a:latin typeface="Funnel Sans Medium" pitchFamily="2" charset="0"/>
              </a:defRPr>
            </a:lvl1pPr>
          </a:lstStyle>
          <a:p>
            <a:pPr marL="0" lvl="0" indent="0">
              <a:buNone/>
            </a:pPr>
            <a:r>
              <a:rPr lang="en-US"/>
              <a:t>Subhead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82050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with Images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B5CCA-5D37-E7FD-CCAE-12717F2D4C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1111" y="1389953"/>
            <a:ext cx="7736679" cy="414463"/>
          </a:xfrm>
        </p:spPr>
        <p:txBody>
          <a:bodyPr/>
          <a:lstStyle>
            <a:lvl1pPr>
              <a:defRPr spc="-26">
                <a:solidFill>
                  <a:schemeClr val="tx1"/>
                </a:solidFill>
              </a:defRPr>
            </a:lvl1pPr>
          </a:lstStyle>
          <a:p>
            <a:r>
              <a:rPr lang="en-US"/>
              <a:t>A template for three columns of information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873D17-CFDE-020B-1330-4EC91B5840E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pc="0"/>
            </a:lvl1pPr>
          </a:lstStyle>
          <a:p>
            <a:r>
              <a:rPr lang="en-US"/>
              <a:t>Confidential</a:t>
            </a:r>
            <a:endParaRPr lang="en-GB" spc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068210-59C1-2532-0C3A-020785A34FA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41E5F93-45D3-472F-9EA1-BCB47A04FF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BF5AE32F-DE82-2DBA-EC62-5CC5CA08FEC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57178" y="1088496"/>
            <a:ext cx="7742686" cy="158693"/>
          </a:xfrm>
        </p:spPr>
        <p:txBody>
          <a:bodyPr/>
          <a:lstStyle>
            <a:lvl1pPr marL="0" indent="0" algn="l">
              <a:buNone/>
              <a:defRPr sz="1200">
                <a:solidFill>
                  <a:schemeClr val="tx1"/>
                </a:solidFill>
                <a:latin typeface="Funnel Sans Medium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Label</a:t>
            </a:r>
            <a:endParaRPr lang="en-GB"/>
          </a:p>
        </p:txBody>
      </p:sp>
      <p:sp>
        <p:nvSpPr>
          <p:cNvPr id="27" name="Text Placeholder 24">
            <a:extLst>
              <a:ext uri="{FF2B5EF4-FFF2-40B4-BE49-F238E27FC236}">
                <a16:creationId xmlns:a16="http://schemas.microsoft.com/office/drawing/2014/main" id="{82B53A0F-9769-BFF4-2FB4-C73782AF9BD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7178" y="2712495"/>
            <a:ext cx="3803717" cy="218665"/>
          </a:xfrm>
        </p:spPr>
        <p:txBody>
          <a:bodyPr vert="horz" lIns="0" tIns="0" rIns="0" bIns="0" rtlCol="0">
            <a:noAutofit/>
          </a:bodyPr>
          <a:lstStyle>
            <a:lvl1pPr>
              <a:buNone/>
              <a:defRPr lang="en-GB" sz="1200" spc="-9" dirty="0">
                <a:solidFill>
                  <a:schemeClr val="tx1"/>
                </a:solidFill>
                <a:latin typeface="Funnel Sans Medium" pitchFamily="2" charset="0"/>
              </a:defRPr>
            </a:lvl1pPr>
          </a:lstStyle>
          <a:p>
            <a:pPr marL="0" lvl="0" indent="0">
              <a:buNone/>
            </a:pPr>
            <a:r>
              <a:rPr lang="en-US"/>
              <a:t>Subhead</a:t>
            </a:r>
            <a:endParaRPr lang="en-GB"/>
          </a:p>
        </p:txBody>
      </p:sp>
      <p:sp>
        <p:nvSpPr>
          <p:cNvPr id="28" name="Text Placeholder 24">
            <a:extLst>
              <a:ext uri="{FF2B5EF4-FFF2-40B4-BE49-F238E27FC236}">
                <a16:creationId xmlns:a16="http://schemas.microsoft.com/office/drawing/2014/main" id="{44FE4434-42C1-8BF3-BAA6-94B7EF00C87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7178" y="3081901"/>
            <a:ext cx="3803717" cy="369580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95857"/>
              </a:lnSpc>
              <a:buNone/>
              <a:defRPr lang="en-GB" sz="1200" spc="-16" dirty="0">
                <a:solidFill>
                  <a:schemeClr val="tx2"/>
                </a:solidFill>
                <a:latin typeface="+mn-lt"/>
              </a:defRPr>
            </a:lvl1pPr>
          </a:lstStyle>
          <a:p>
            <a:pPr marL="0" lvl="0" indent="0">
              <a:buNone/>
            </a:pPr>
            <a:r>
              <a:rPr lang="en-US"/>
              <a:t>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br>
              <a:rPr lang="en-US"/>
            </a:br>
            <a:r>
              <a:rPr lang="en-US"/>
              <a:t>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endParaRPr lang="en-GB"/>
          </a:p>
        </p:txBody>
      </p:sp>
      <p:sp>
        <p:nvSpPr>
          <p:cNvPr id="29" name="Text Placeholder 24">
            <a:extLst>
              <a:ext uri="{FF2B5EF4-FFF2-40B4-BE49-F238E27FC236}">
                <a16:creationId xmlns:a16="http://schemas.microsoft.com/office/drawing/2014/main" id="{5C89FC96-610E-E710-FD59-5C6C4E45C75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194141" y="2712495"/>
            <a:ext cx="3803717" cy="218665"/>
          </a:xfrm>
        </p:spPr>
        <p:txBody>
          <a:bodyPr vert="horz" lIns="0" tIns="0" rIns="0" bIns="0" rtlCol="0">
            <a:noAutofit/>
          </a:bodyPr>
          <a:lstStyle>
            <a:lvl1pPr>
              <a:buNone/>
              <a:defRPr lang="en-GB" sz="1200" spc="-9" dirty="0">
                <a:solidFill>
                  <a:schemeClr val="tx1"/>
                </a:solidFill>
                <a:latin typeface="Funnel Sans Medium" pitchFamily="2" charset="0"/>
              </a:defRPr>
            </a:lvl1pPr>
          </a:lstStyle>
          <a:p>
            <a:pPr marL="0" lvl="0" indent="0">
              <a:buNone/>
            </a:pPr>
            <a:r>
              <a:rPr lang="en-US"/>
              <a:t>Subhead</a:t>
            </a:r>
            <a:endParaRPr lang="en-GB"/>
          </a:p>
        </p:txBody>
      </p:sp>
      <p:sp>
        <p:nvSpPr>
          <p:cNvPr id="30" name="Text Placeholder 24">
            <a:extLst>
              <a:ext uri="{FF2B5EF4-FFF2-40B4-BE49-F238E27FC236}">
                <a16:creationId xmlns:a16="http://schemas.microsoft.com/office/drawing/2014/main" id="{DB5B3D3B-C4B0-1E8B-C229-72FF828AB6A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194141" y="3081901"/>
            <a:ext cx="3803717" cy="369580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95857"/>
              </a:lnSpc>
              <a:buNone/>
              <a:defRPr lang="en-GB" sz="1200" spc="-16" dirty="0">
                <a:solidFill>
                  <a:schemeClr val="tx2"/>
                </a:solidFill>
                <a:latin typeface="+mn-lt"/>
              </a:defRPr>
            </a:lvl1pPr>
          </a:lstStyle>
          <a:p>
            <a:pPr marL="0" lvl="0" indent="0">
              <a:buNone/>
            </a:pPr>
            <a:r>
              <a:rPr lang="en-US"/>
              <a:t>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br>
              <a:rPr lang="en-US"/>
            </a:br>
            <a:r>
              <a:rPr lang="en-US"/>
              <a:t>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endParaRPr lang="en-GB"/>
          </a:p>
        </p:txBody>
      </p:sp>
      <p:sp>
        <p:nvSpPr>
          <p:cNvPr id="31" name="Text Placeholder 24">
            <a:extLst>
              <a:ext uri="{FF2B5EF4-FFF2-40B4-BE49-F238E27FC236}">
                <a16:creationId xmlns:a16="http://schemas.microsoft.com/office/drawing/2014/main" id="{A7182F27-B965-0E1E-DE4D-C6A3690AAC4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131104" y="2712495"/>
            <a:ext cx="3803717" cy="218665"/>
          </a:xfrm>
        </p:spPr>
        <p:txBody>
          <a:bodyPr vert="horz" lIns="0" tIns="0" rIns="0" bIns="0" rtlCol="0">
            <a:noAutofit/>
          </a:bodyPr>
          <a:lstStyle>
            <a:lvl1pPr>
              <a:buNone/>
              <a:defRPr lang="en-GB" sz="1200" spc="-9" dirty="0">
                <a:solidFill>
                  <a:schemeClr val="tx1"/>
                </a:solidFill>
                <a:latin typeface="Funnel Sans Medium" pitchFamily="2" charset="0"/>
              </a:defRPr>
            </a:lvl1pPr>
          </a:lstStyle>
          <a:p>
            <a:pPr marL="0" lvl="0" indent="0">
              <a:buNone/>
            </a:pPr>
            <a:r>
              <a:rPr lang="en-US"/>
              <a:t>Subhead</a:t>
            </a:r>
            <a:endParaRPr lang="en-GB"/>
          </a:p>
        </p:txBody>
      </p:sp>
      <p:sp>
        <p:nvSpPr>
          <p:cNvPr id="32" name="Text Placeholder 24">
            <a:extLst>
              <a:ext uri="{FF2B5EF4-FFF2-40B4-BE49-F238E27FC236}">
                <a16:creationId xmlns:a16="http://schemas.microsoft.com/office/drawing/2014/main" id="{A5796F65-7D98-EAE7-B767-CEEB4AA4749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31104" y="3081901"/>
            <a:ext cx="3803717" cy="369580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95857"/>
              </a:lnSpc>
              <a:buNone/>
              <a:defRPr lang="en-GB" sz="1200" spc="-16" dirty="0">
                <a:solidFill>
                  <a:schemeClr val="tx2"/>
                </a:solidFill>
                <a:latin typeface="+mn-lt"/>
              </a:defRPr>
            </a:lvl1pPr>
          </a:lstStyle>
          <a:p>
            <a:pPr marL="0" lvl="0" indent="0">
              <a:buNone/>
            </a:pPr>
            <a:r>
              <a:rPr lang="en-US"/>
              <a:t>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br>
              <a:rPr lang="en-US"/>
            </a:br>
            <a:r>
              <a:rPr lang="en-US"/>
              <a:t>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endParaRPr lang="en-GB"/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259A2748-5765-3F1C-D7FC-C9C2898E6DC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257175" y="3695700"/>
            <a:ext cx="3803650" cy="2908300"/>
          </a:xfrm>
          <a:prstGeom prst="roundRect">
            <a:avLst>
              <a:gd name="adj" fmla="val 3567"/>
            </a:avLst>
          </a:prstGeom>
        </p:spPr>
        <p:txBody>
          <a:bodyPr/>
          <a:lstStyle/>
          <a:p>
            <a:endParaRPr lang="en-GB"/>
          </a:p>
        </p:txBody>
      </p:sp>
      <p:sp>
        <p:nvSpPr>
          <p:cNvPr id="35" name="Picture Placeholder 33">
            <a:extLst>
              <a:ext uri="{FF2B5EF4-FFF2-40B4-BE49-F238E27FC236}">
                <a16:creationId xmlns:a16="http://schemas.microsoft.com/office/drawing/2014/main" id="{7D97A640-D804-0F5B-92BA-4FF2AA9F178F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194141" y="3695700"/>
            <a:ext cx="3803650" cy="2908300"/>
          </a:xfrm>
          <a:prstGeom prst="roundRect">
            <a:avLst>
              <a:gd name="adj" fmla="val 3567"/>
            </a:avLst>
          </a:prstGeom>
        </p:spPr>
        <p:txBody>
          <a:bodyPr/>
          <a:lstStyle/>
          <a:p>
            <a:endParaRPr lang="en-GB"/>
          </a:p>
        </p:txBody>
      </p:sp>
      <p:sp>
        <p:nvSpPr>
          <p:cNvPr id="36" name="Picture Placeholder 33">
            <a:extLst>
              <a:ext uri="{FF2B5EF4-FFF2-40B4-BE49-F238E27FC236}">
                <a16:creationId xmlns:a16="http://schemas.microsoft.com/office/drawing/2014/main" id="{033C8B42-5CD4-4659-31F0-5175AEA6C24B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8131171" y="3695700"/>
            <a:ext cx="3803650" cy="2908300"/>
          </a:xfrm>
          <a:prstGeom prst="roundRect">
            <a:avLst>
              <a:gd name="adj" fmla="val 3567"/>
            </a:avLst>
          </a:prstGeom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052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ree Column with Images-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B5CCA-5D37-E7FD-CCAE-12717F2D4C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1111" y="1389953"/>
            <a:ext cx="7736679" cy="414463"/>
          </a:xfrm>
        </p:spPr>
        <p:txBody>
          <a:bodyPr/>
          <a:lstStyle>
            <a:lvl1pPr>
              <a:defRPr spc="-26">
                <a:solidFill>
                  <a:schemeClr val="tx1"/>
                </a:solidFill>
              </a:defRPr>
            </a:lvl1pPr>
          </a:lstStyle>
          <a:p>
            <a:r>
              <a:rPr lang="en-US"/>
              <a:t>A template for three columns of information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873D17-CFDE-020B-1330-4EC91B5840E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pc="0"/>
            </a:lvl1pPr>
          </a:lstStyle>
          <a:p>
            <a:r>
              <a:rPr lang="en-US"/>
              <a:t>Confidential</a:t>
            </a:r>
            <a:endParaRPr lang="en-GB" spc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068210-59C1-2532-0C3A-020785A34FA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41E5F93-45D3-472F-9EA1-BCB47A04FF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BF5AE32F-DE82-2DBA-EC62-5CC5CA08FEC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57178" y="1088496"/>
            <a:ext cx="7742686" cy="158693"/>
          </a:xfrm>
        </p:spPr>
        <p:txBody>
          <a:bodyPr/>
          <a:lstStyle>
            <a:lvl1pPr marL="0" indent="0" algn="l">
              <a:buNone/>
              <a:defRPr sz="1200">
                <a:solidFill>
                  <a:schemeClr val="tx1"/>
                </a:solidFill>
                <a:latin typeface="Funnel Sans Medium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Label</a:t>
            </a:r>
            <a:endParaRPr lang="en-GB"/>
          </a:p>
        </p:txBody>
      </p:sp>
      <p:sp>
        <p:nvSpPr>
          <p:cNvPr id="27" name="Text Placeholder 24">
            <a:extLst>
              <a:ext uri="{FF2B5EF4-FFF2-40B4-BE49-F238E27FC236}">
                <a16:creationId xmlns:a16="http://schemas.microsoft.com/office/drawing/2014/main" id="{82B53A0F-9769-BFF4-2FB4-C73782AF9BD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7178" y="2712495"/>
            <a:ext cx="3803717" cy="218665"/>
          </a:xfrm>
        </p:spPr>
        <p:txBody>
          <a:bodyPr vert="horz" lIns="0" tIns="0" rIns="0" bIns="0" rtlCol="0">
            <a:noAutofit/>
          </a:bodyPr>
          <a:lstStyle>
            <a:lvl1pPr>
              <a:buNone/>
              <a:defRPr lang="en-GB" sz="1200" spc="-9" dirty="0">
                <a:solidFill>
                  <a:schemeClr val="tx1"/>
                </a:solidFill>
                <a:latin typeface="Funnel Sans Medium" pitchFamily="2" charset="0"/>
              </a:defRPr>
            </a:lvl1pPr>
          </a:lstStyle>
          <a:p>
            <a:pPr marL="0" lvl="0" indent="0">
              <a:buNone/>
            </a:pPr>
            <a:r>
              <a:rPr lang="en-US"/>
              <a:t>Subhead</a:t>
            </a:r>
            <a:endParaRPr lang="en-GB"/>
          </a:p>
        </p:txBody>
      </p:sp>
      <p:sp>
        <p:nvSpPr>
          <p:cNvPr id="28" name="Text Placeholder 24">
            <a:extLst>
              <a:ext uri="{FF2B5EF4-FFF2-40B4-BE49-F238E27FC236}">
                <a16:creationId xmlns:a16="http://schemas.microsoft.com/office/drawing/2014/main" id="{44FE4434-42C1-8BF3-BAA6-94B7EF00C87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7178" y="3081901"/>
            <a:ext cx="3803717" cy="369580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95857"/>
              </a:lnSpc>
              <a:buNone/>
              <a:defRPr lang="en-GB" sz="1200" spc="-16" dirty="0">
                <a:solidFill>
                  <a:schemeClr val="tx2"/>
                </a:solidFill>
                <a:latin typeface="+mn-lt"/>
              </a:defRPr>
            </a:lvl1pPr>
          </a:lstStyle>
          <a:p>
            <a:pPr marL="0" lvl="0" indent="0">
              <a:buNone/>
            </a:pPr>
            <a:r>
              <a:rPr lang="en-US"/>
              <a:t>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br>
              <a:rPr lang="en-US"/>
            </a:br>
            <a:r>
              <a:rPr lang="en-US"/>
              <a:t>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endParaRPr lang="en-GB"/>
          </a:p>
        </p:txBody>
      </p:sp>
      <p:sp>
        <p:nvSpPr>
          <p:cNvPr id="29" name="Text Placeholder 24">
            <a:extLst>
              <a:ext uri="{FF2B5EF4-FFF2-40B4-BE49-F238E27FC236}">
                <a16:creationId xmlns:a16="http://schemas.microsoft.com/office/drawing/2014/main" id="{5C89FC96-610E-E710-FD59-5C6C4E45C75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194141" y="2712495"/>
            <a:ext cx="3803717" cy="218665"/>
          </a:xfrm>
        </p:spPr>
        <p:txBody>
          <a:bodyPr vert="horz" lIns="0" tIns="0" rIns="0" bIns="0" rtlCol="0">
            <a:noAutofit/>
          </a:bodyPr>
          <a:lstStyle>
            <a:lvl1pPr>
              <a:buNone/>
              <a:defRPr lang="en-GB" sz="1200" spc="-9" dirty="0">
                <a:solidFill>
                  <a:schemeClr val="tx1"/>
                </a:solidFill>
                <a:latin typeface="Funnel Sans Medium" pitchFamily="2" charset="0"/>
              </a:defRPr>
            </a:lvl1pPr>
          </a:lstStyle>
          <a:p>
            <a:pPr marL="0" lvl="0" indent="0">
              <a:buNone/>
            </a:pPr>
            <a:r>
              <a:rPr lang="en-US"/>
              <a:t>Subhead</a:t>
            </a:r>
            <a:endParaRPr lang="en-GB"/>
          </a:p>
        </p:txBody>
      </p:sp>
      <p:sp>
        <p:nvSpPr>
          <p:cNvPr id="30" name="Text Placeholder 24">
            <a:extLst>
              <a:ext uri="{FF2B5EF4-FFF2-40B4-BE49-F238E27FC236}">
                <a16:creationId xmlns:a16="http://schemas.microsoft.com/office/drawing/2014/main" id="{DB5B3D3B-C4B0-1E8B-C229-72FF828AB6A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194141" y="3081901"/>
            <a:ext cx="3803717" cy="369580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95857"/>
              </a:lnSpc>
              <a:buNone/>
              <a:defRPr lang="en-GB" sz="1200" spc="-16" dirty="0">
                <a:solidFill>
                  <a:schemeClr val="tx2"/>
                </a:solidFill>
                <a:latin typeface="+mn-lt"/>
              </a:defRPr>
            </a:lvl1pPr>
          </a:lstStyle>
          <a:p>
            <a:pPr marL="0" lvl="0" indent="0">
              <a:buNone/>
            </a:pPr>
            <a:r>
              <a:rPr lang="en-US"/>
              <a:t>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br>
              <a:rPr lang="en-US"/>
            </a:br>
            <a:r>
              <a:rPr lang="en-US"/>
              <a:t>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endParaRPr lang="en-GB"/>
          </a:p>
        </p:txBody>
      </p:sp>
      <p:sp>
        <p:nvSpPr>
          <p:cNvPr id="31" name="Text Placeholder 24">
            <a:extLst>
              <a:ext uri="{FF2B5EF4-FFF2-40B4-BE49-F238E27FC236}">
                <a16:creationId xmlns:a16="http://schemas.microsoft.com/office/drawing/2014/main" id="{A7182F27-B965-0E1E-DE4D-C6A3690AAC4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131104" y="2712495"/>
            <a:ext cx="3803717" cy="218665"/>
          </a:xfrm>
        </p:spPr>
        <p:txBody>
          <a:bodyPr vert="horz" lIns="0" tIns="0" rIns="0" bIns="0" rtlCol="0">
            <a:noAutofit/>
          </a:bodyPr>
          <a:lstStyle>
            <a:lvl1pPr>
              <a:buNone/>
              <a:defRPr lang="en-GB" sz="1200" spc="-9" dirty="0">
                <a:solidFill>
                  <a:schemeClr val="tx1"/>
                </a:solidFill>
                <a:latin typeface="Funnel Sans Medium" pitchFamily="2" charset="0"/>
              </a:defRPr>
            </a:lvl1pPr>
          </a:lstStyle>
          <a:p>
            <a:pPr marL="0" lvl="0" indent="0">
              <a:buNone/>
            </a:pPr>
            <a:r>
              <a:rPr lang="en-US"/>
              <a:t>Subhead</a:t>
            </a:r>
            <a:endParaRPr lang="en-GB"/>
          </a:p>
        </p:txBody>
      </p:sp>
      <p:sp>
        <p:nvSpPr>
          <p:cNvPr id="32" name="Text Placeholder 24">
            <a:extLst>
              <a:ext uri="{FF2B5EF4-FFF2-40B4-BE49-F238E27FC236}">
                <a16:creationId xmlns:a16="http://schemas.microsoft.com/office/drawing/2014/main" id="{A5796F65-7D98-EAE7-B767-CEEB4AA4749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31104" y="3081901"/>
            <a:ext cx="3803717" cy="369580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95857"/>
              </a:lnSpc>
              <a:buNone/>
              <a:defRPr lang="en-GB" sz="1200" spc="-16" dirty="0">
                <a:solidFill>
                  <a:schemeClr val="tx2"/>
                </a:solidFill>
                <a:latin typeface="+mn-lt"/>
              </a:defRPr>
            </a:lvl1pPr>
          </a:lstStyle>
          <a:p>
            <a:pPr marL="0" lvl="0" indent="0">
              <a:buNone/>
            </a:pPr>
            <a:r>
              <a:rPr lang="en-US"/>
              <a:t>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br>
              <a:rPr lang="en-US"/>
            </a:br>
            <a:r>
              <a:rPr lang="en-US"/>
              <a:t>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endParaRPr lang="en-GB"/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259A2748-5765-3F1C-D7FC-C9C2898E6DC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257175" y="3695700"/>
            <a:ext cx="3803650" cy="2908300"/>
          </a:xfrm>
          <a:prstGeom prst="roundRect">
            <a:avLst>
              <a:gd name="adj" fmla="val 3567"/>
            </a:avLst>
          </a:prstGeom>
        </p:spPr>
        <p:txBody>
          <a:bodyPr/>
          <a:lstStyle/>
          <a:p>
            <a:endParaRPr lang="en-GB"/>
          </a:p>
        </p:txBody>
      </p:sp>
      <p:sp>
        <p:nvSpPr>
          <p:cNvPr id="35" name="Picture Placeholder 33">
            <a:extLst>
              <a:ext uri="{FF2B5EF4-FFF2-40B4-BE49-F238E27FC236}">
                <a16:creationId xmlns:a16="http://schemas.microsoft.com/office/drawing/2014/main" id="{7D97A640-D804-0F5B-92BA-4FF2AA9F178F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194141" y="3695700"/>
            <a:ext cx="3803650" cy="2908300"/>
          </a:xfrm>
          <a:prstGeom prst="roundRect">
            <a:avLst>
              <a:gd name="adj" fmla="val 3567"/>
            </a:avLst>
          </a:prstGeom>
        </p:spPr>
        <p:txBody>
          <a:bodyPr/>
          <a:lstStyle/>
          <a:p>
            <a:endParaRPr lang="en-GB"/>
          </a:p>
        </p:txBody>
      </p:sp>
      <p:sp>
        <p:nvSpPr>
          <p:cNvPr id="36" name="Picture Placeholder 33">
            <a:extLst>
              <a:ext uri="{FF2B5EF4-FFF2-40B4-BE49-F238E27FC236}">
                <a16:creationId xmlns:a16="http://schemas.microsoft.com/office/drawing/2014/main" id="{033C8B42-5CD4-4659-31F0-5175AEA6C24B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8131171" y="3695700"/>
            <a:ext cx="3803650" cy="2908300"/>
          </a:xfrm>
          <a:prstGeom prst="roundRect">
            <a:avLst>
              <a:gd name="adj" fmla="val 3567"/>
            </a:avLst>
          </a:prstGeom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1925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with Images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D087A9-08E7-6C44-BF3A-F150866106E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pc="0"/>
            </a:lvl1pPr>
          </a:lstStyle>
          <a:p>
            <a:r>
              <a:rPr lang="en-US"/>
              <a:t>Confidential</a:t>
            </a:r>
            <a:endParaRPr lang="en-GB" spc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689407-E72F-B7C0-5F24-2EB64881AF1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41E5F93-45D3-472F-9EA1-BCB47A04FF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BDEC308B-3AA4-6AD2-F3B3-058F2A28654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57178" y="1088496"/>
            <a:ext cx="3803647" cy="158693"/>
          </a:xfrm>
        </p:spPr>
        <p:txBody>
          <a:bodyPr/>
          <a:lstStyle>
            <a:lvl1pPr marL="0" indent="0" algn="l">
              <a:buNone/>
              <a:defRPr sz="1200">
                <a:solidFill>
                  <a:schemeClr val="tx1"/>
                </a:solidFill>
                <a:latin typeface="Funnel Sans Medium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Our Values</a:t>
            </a:r>
            <a:endParaRPr lang="en-GB"/>
          </a:p>
        </p:txBody>
      </p:sp>
      <p:sp>
        <p:nvSpPr>
          <p:cNvPr id="8" name="Text Placeholder 18">
            <a:extLst>
              <a:ext uri="{FF2B5EF4-FFF2-40B4-BE49-F238E27FC236}">
                <a16:creationId xmlns:a16="http://schemas.microsoft.com/office/drawing/2014/main" id="{E0117899-3E76-D3F5-0D23-B952DA5767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7175" y="4996873"/>
            <a:ext cx="3803650" cy="1603952"/>
          </a:xfrm>
        </p:spPr>
        <p:txBody>
          <a:bodyPr/>
          <a:lstStyle>
            <a:lvl1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1pPr>
            <a:lvl2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2pPr>
            <a:lvl3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3pPr>
            <a:lvl4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4pPr>
            <a:lvl5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9" name="Picture Placeholder 33">
            <a:extLst>
              <a:ext uri="{FF2B5EF4-FFF2-40B4-BE49-F238E27FC236}">
                <a16:creationId xmlns:a16="http://schemas.microsoft.com/office/drawing/2014/main" id="{47E5F4DB-7207-C400-8FC3-3AF767281D2D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257175" y="1879599"/>
            <a:ext cx="3803650" cy="2908300"/>
          </a:xfrm>
          <a:prstGeom prst="roundRect">
            <a:avLst>
              <a:gd name="adj" fmla="val 3567"/>
            </a:avLst>
          </a:prstGeom>
        </p:spPr>
        <p:txBody>
          <a:bodyPr/>
          <a:lstStyle/>
          <a:p>
            <a:endParaRPr lang="en-GB"/>
          </a:p>
        </p:txBody>
      </p:sp>
      <p:sp>
        <p:nvSpPr>
          <p:cNvPr id="10" name="Picture Placeholder 33">
            <a:extLst>
              <a:ext uri="{FF2B5EF4-FFF2-40B4-BE49-F238E27FC236}">
                <a16:creationId xmlns:a16="http://schemas.microsoft.com/office/drawing/2014/main" id="{AC2F4AC6-1718-66CC-B3E7-9C6D2CFE59D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194141" y="1879599"/>
            <a:ext cx="3803650" cy="2908300"/>
          </a:xfrm>
          <a:prstGeom prst="roundRect">
            <a:avLst>
              <a:gd name="adj" fmla="val 3567"/>
            </a:avLst>
          </a:prstGeom>
        </p:spPr>
        <p:txBody>
          <a:bodyPr/>
          <a:lstStyle/>
          <a:p>
            <a:endParaRPr lang="en-GB"/>
          </a:p>
        </p:txBody>
      </p:sp>
      <p:sp>
        <p:nvSpPr>
          <p:cNvPr id="11" name="Picture Placeholder 33">
            <a:extLst>
              <a:ext uri="{FF2B5EF4-FFF2-40B4-BE49-F238E27FC236}">
                <a16:creationId xmlns:a16="http://schemas.microsoft.com/office/drawing/2014/main" id="{836F6D11-A1CF-A88C-B5A0-6A0A4E3FAE7C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8131171" y="1879599"/>
            <a:ext cx="3803650" cy="2908300"/>
          </a:xfrm>
          <a:prstGeom prst="roundRect">
            <a:avLst>
              <a:gd name="adj" fmla="val 3567"/>
            </a:avLst>
          </a:prstGeom>
        </p:spPr>
        <p:txBody>
          <a:bodyPr/>
          <a:lstStyle/>
          <a:p>
            <a:endParaRPr lang="en-GB"/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B23F71E5-5599-C507-0217-57BC661E72F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4141" y="4996873"/>
            <a:ext cx="3803650" cy="1603952"/>
          </a:xfrm>
        </p:spPr>
        <p:txBody>
          <a:bodyPr/>
          <a:lstStyle>
            <a:lvl1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1pPr>
            <a:lvl2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2pPr>
            <a:lvl3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3pPr>
            <a:lvl4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4pPr>
            <a:lvl5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62143D84-C449-472E-13E7-11DD5B73948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131107" y="4996873"/>
            <a:ext cx="3803650" cy="1603952"/>
          </a:xfrm>
        </p:spPr>
        <p:txBody>
          <a:bodyPr/>
          <a:lstStyle>
            <a:lvl1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1pPr>
            <a:lvl2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2pPr>
            <a:lvl3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3pPr>
            <a:lvl4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4pPr>
            <a:lvl5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8122871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48907C-A293-A24F-523C-5514B8DCF60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pc="0"/>
            </a:lvl1pPr>
          </a:lstStyle>
          <a:p>
            <a:r>
              <a:rPr lang="en-US"/>
              <a:t>Confidential</a:t>
            </a:r>
            <a:endParaRPr lang="en-GB" spc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2BDE1-1549-02AE-0796-64039E1E8A0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41E5F93-45D3-472F-9EA1-BCB47A04FF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E15E787-00FA-16DF-09F6-81048AA456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1113" y="1389953"/>
            <a:ext cx="4028947" cy="797984"/>
          </a:xfrm>
        </p:spPr>
        <p:txBody>
          <a:bodyPr/>
          <a:lstStyle>
            <a:lvl1pPr>
              <a:lnSpc>
                <a:spcPct val="102381"/>
              </a:lnSpc>
              <a:defRPr spc="-22">
                <a:solidFill>
                  <a:schemeClr val="tx1"/>
                </a:solidFill>
              </a:defRPr>
            </a:lvl1pPr>
          </a:lstStyle>
          <a:p>
            <a:r>
              <a:rPr lang="en-US"/>
              <a:t>A template for four columns of information with icons</a:t>
            </a:r>
            <a:endParaRPr lang="en-GB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68FDF0A5-B915-C040-7FB2-B05758D0735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57181" y="1088496"/>
            <a:ext cx="4028948" cy="158693"/>
          </a:xfrm>
        </p:spPr>
        <p:txBody>
          <a:bodyPr/>
          <a:lstStyle>
            <a:lvl1pPr marL="0" indent="0" algn="l">
              <a:buNone/>
              <a:defRPr sz="1200">
                <a:solidFill>
                  <a:schemeClr val="tx1"/>
                </a:solidFill>
                <a:latin typeface="Funnel Sans Medium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Label</a:t>
            </a:r>
            <a:endParaRPr lang="en-GB"/>
          </a:p>
        </p:txBody>
      </p:sp>
      <p:sp>
        <p:nvSpPr>
          <p:cNvPr id="79" name="Text Placeholder 24">
            <a:extLst>
              <a:ext uri="{FF2B5EF4-FFF2-40B4-BE49-F238E27FC236}">
                <a16:creationId xmlns:a16="http://schemas.microsoft.com/office/drawing/2014/main" id="{A0369386-5491-B34C-6363-9519032339F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3363" y="3891754"/>
            <a:ext cx="2608450" cy="218665"/>
          </a:xfrm>
        </p:spPr>
        <p:txBody>
          <a:bodyPr vert="horz" lIns="0" tIns="0" rIns="0" bIns="0" rtlCol="0">
            <a:noAutofit/>
          </a:bodyPr>
          <a:lstStyle>
            <a:lvl1pPr>
              <a:buNone/>
              <a:defRPr lang="en-GB" sz="1200" spc="-9" dirty="0">
                <a:solidFill>
                  <a:schemeClr val="tx1"/>
                </a:solidFill>
                <a:latin typeface="Funnel Sans Medium" pitchFamily="2" charset="0"/>
              </a:defRPr>
            </a:lvl1pPr>
          </a:lstStyle>
          <a:p>
            <a:pPr marL="0" lvl="0" indent="0">
              <a:buNone/>
            </a:pPr>
            <a:r>
              <a:rPr lang="en-US"/>
              <a:t>Subhead</a:t>
            </a:r>
            <a:endParaRPr lang="en-GB"/>
          </a:p>
        </p:txBody>
      </p:sp>
      <p:sp>
        <p:nvSpPr>
          <p:cNvPr id="80" name="Text Placeholder 18">
            <a:extLst>
              <a:ext uri="{FF2B5EF4-FFF2-40B4-BE49-F238E27FC236}">
                <a16:creationId xmlns:a16="http://schemas.microsoft.com/office/drawing/2014/main" id="{54BA11C3-44D1-0024-87F6-1334B5D0AF5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63363" y="4261104"/>
            <a:ext cx="2608447" cy="2327483"/>
          </a:xfrm>
        </p:spPr>
        <p:txBody>
          <a:bodyPr/>
          <a:lstStyle>
            <a:lvl1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1pPr>
            <a:lvl2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2pPr>
            <a:lvl3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3pPr>
            <a:lvl4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4pPr>
            <a:lvl5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81" name="Text Placeholder 24">
            <a:extLst>
              <a:ext uri="{FF2B5EF4-FFF2-40B4-BE49-F238E27FC236}">
                <a16:creationId xmlns:a16="http://schemas.microsoft.com/office/drawing/2014/main" id="{AF394668-C890-66A2-CEB8-9580654AF03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14204" y="3891754"/>
            <a:ext cx="2608450" cy="218665"/>
          </a:xfrm>
        </p:spPr>
        <p:txBody>
          <a:bodyPr vert="horz" lIns="0" tIns="0" rIns="0" bIns="0" rtlCol="0">
            <a:noAutofit/>
          </a:bodyPr>
          <a:lstStyle>
            <a:lvl1pPr>
              <a:buNone/>
              <a:defRPr lang="en-GB" sz="1200" spc="-9" dirty="0">
                <a:solidFill>
                  <a:schemeClr val="tx1"/>
                </a:solidFill>
                <a:latin typeface="Funnel Sans Medium" pitchFamily="2" charset="0"/>
              </a:defRPr>
            </a:lvl1pPr>
          </a:lstStyle>
          <a:p>
            <a:pPr marL="0" lvl="0" indent="0">
              <a:buNone/>
            </a:pPr>
            <a:r>
              <a:rPr lang="en-US"/>
              <a:t>Subhead</a:t>
            </a:r>
            <a:endParaRPr lang="en-GB"/>
          </a:p>
        </p:txBody>
      </p:sp>
      <p:sp>
        <p:nvSpPr>
          <p:cNvPr id="82" name="Text Placeholder 18">
            <a:extLst>
              <a:ext uri="{FF2B5EF4-FFF2-40B4-BE49-F238E27FC236}">
                <a16:creationId xmlns:a16="http://schemas.microsoft.com/office/drawing/2014/main" id="{5DCB598D-3D78-24FF-514B-2D325AFFFEA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14204" y="4261104"/>
            <a:ext cx="2608447" cy="2327483"/>
          </a:xfrm>
        </p:spPr>
        <p:txBody>
          <a:bodyPr/>
          <a:lstStyle>
            <a:lvl1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1pPr>
            <a:lvl2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2pPr>
            <a:lvl3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3pPr>
            <a:lvl4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4pPr>
            <a:lvl5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83" name="Text Placeholder 24">
            <a:extLst>
              <a:ext uri="{FF2B5EF4-FFF2-40B4-BE49-F238E27FC236}">
                <a16:creationId xmlns:a16="http://schemas.microsoft.com/office/drawing/2014/main" id="{BD0630B3-E95F-2FE2-AF86-AA84BF2D872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365045" y="3891754"/>
            <a:ext cx="2608450" cy="218665"/>
          </a:xfrm>
        </p:spPr>
        <p:txBody>
          <a:bodyPr vert="horz" lIns="0" tIns="0" rIns="0" bIns="0" rtlCol="0">
            <a:noAutofit/>
          </a:bodyPr>
          <a:lstStyle>
            <a:lvl1pPr>
              <a:buNone/>
              <a:defRPr lang="en-GB" sz="1200" spc="-9" dirty="0">
                <a:solidFill>
                  <a:schemeClr val="tx1"/>
                </a:solidFill>
                <a:latin typeface="Funnel Sans Medium" pitchFamily="2" charset="0"/>
              </a:defRPr>
            </a:lvl1pPr>
          </a:lstStyle>
          <a:p>
            <a:pPr marL="0" lvl="0" indent="0">
              <a:buNone/>
            </a:pPr>
            <a:r>
              <a:rPr lang="en-US"/>
              <a:t>Subhead</a:t>
            </a:r>
            <a:endParaRPr lang="en-GB"/>
          </a:p>
        </p:txBody>
      </p:sp>
      <p:sp>
        <p:nvSpPr>
          <p:cNvPr id="84" name="Text Placeholder 18">
            <a:extLst>
              <a:ext uri="{FF2B5EF4-FFF2-40B4-BE49-F238E27FC236}">
                <a16:creationId xmlns:a16="http://schemas.microsoft.com/office/drawing/2014/main" id="{F8313115-A112-3FE0-6FB9-7D4DD314938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365045" y="4261104"/>
            <a:ext cx="2608447" cy="2327483"/>
          </a:xfrm>
        </p:spPr>
        <p:txBody>
          <a:bodyPr/>
          <a:lstStyle>
            <a:lvl1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1pPr>
            <a:lvl2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2pPr>
            <a:lvl3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3pPr>
            <a:lvl4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4pPr>
            <a:lvl5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85" name="Text Placeholder 24">
            <a:extLst>
              <a:ext uri="{FF2B5EF4-FFF2-40B4-BE49-F238E27FC236}">
                <a16:creationId xmlns:a16="http://schemas.microsoft.com/office/drawing/2014/main" id="{8EBDB70F-A626-208F-4EED-1D636825EF5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315886" y="3891754"/>
            <a:ext cx="2608450" cy="218665"/>
          </a:xfrm>
        </p:spPr>
        <p:txBody>
          <a:bodyPr vert="horz" lIns="0" tIns="0" rIns="0" bIns="0" rtlCol="0">
            <a:noAutofit/>
          </a:bodyPr>
          <a:lstStyle>
            <a:lvl1pPr>
              <a:buNone/>
              <a:defRPr lang="en-GB" sz="1200" spc="-9" dirty="0">
                <a:solidFill>
                  <a:schemeClr val="tx1"/>
                </a:solidFill>
                <a:latin typeface="Funnel Sans Medium" pitchFamily="2" charset="0"/>
              </a:defRPr>
            </a:lvl1pPr>
          </a:lstStyle>
          <a:p>
            <a:pPr marL="0" lvl="0" indent="0">
              <a:buNone/>
            </a:pPr>
            <a:r>
              <a:rPr lang="en-US"/>
              <a:t>Subhead</a:t>
            </a:r>
            <a:endParaRPr lang="en-GB"/>
          </a:p>
        </p:txBody>
      </p:sp>
      <p:sp>
        <p:nvSpPr>
          <p:cNvPr id="86" name="Text Placeholder 18">
            <a:extLst>
              <a:ext uri="{FF2B5EF4-FFF2-40B4-BE49-F238E27FC236}">
                <a16:creationId xmlns:a16="http://schemas.microsoft.com/office/drawing/2014/main" id="{30268815-D602-794A-3F1C-7DA8ABFD6B9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315886" y="4261104"/>
            <a:ext cx="2608447" cy="2327483"/>
          </a:xfrm>
        </p:spPr>
        <p:txBody>
          <a:bodyPr/>
          <a:lstStyle>
            <a:lvl1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1pPr>
            <a:lvl2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2pPr>
            <a:lvl3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3pPr>
            <a:lvl4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4pPr>
            <a:lvl5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5788160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our Column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48907C-A293-A24F-523C-5514B8DCF60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pc="0"/>
            </a:lvl1pPr>
          </a:lstStyle>
          <a:p>
            <a:r>
              <a:rPr lang="en-US"/>
              <a:t>Confidential</a:t>
            </a:r>
            <a:endParaRPr lang="en-GB" spc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2BDE1-1549-02AE-0796-64039E1E8A0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41E5F93-45D3-472F-9EA1-BCB47A04FF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E15E787-00FA-16DF-09F6-81048AA456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1113" y="1389953"/>
            <a:ext cx="4028947" cy="797984"/>
          </a:xfrm>
        </p:spPr>
        <p:txBody>
          <a:bodyPr/>
          <a:lstStyle>
            <a:lvl1pPr>
              <a:lnSpc>
                <a:spcPct val="102381"/>
              </a:lnSpc>
              <a:defRPr spc="-22">
                <a:solidFill>
                  <a:schemeClr val="tx1"/>
                </a:solidFill>
              </a:defRPr>
            </a:lvl1pPr>
          </a:lstStyle>
          <a:p>
            <a:r>
              <a:rPr lang="en-US"/>
              <a:t>A template for four columns of information with icons</a:t>
            </a:r>
            <a:endParaRPr lang="en-GB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68FDF0A5-B915-C040-7FB2-B05758D0735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57181" y="1088496"/>
            <a:ext cx="4028948" cy="158693"/>
          </a:xfrm>
        </p:spPr>
        <p:txBody>
          <a:bodyPr/>
          <a:lstStyle>
            <a:lvl1pPr marL="0" indent="0" algn="l">
              <a:buNone/>
              <a:defRPr sz="1200">
                <a:solidFill>
                  <a:schemeClr val="tx1"/>
                </a:solidFill>
                <a:latin typeface="Funnel Sans Medium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Label</a:t>
            </a:r>
            <a:endParaRPr lang="en-GB"/>
          </a:p>
        </p:txBody>
      </p:sp>
      <p:sp>
        <p:nvSpPr>
          <p:cNvPr id="79" name="Text Placeholder 24">
            <a:extLst>
              <a:ext uri="{FF2B5EF4-FFF2-40B4-BE49-F238E27FC236}">
                <a16:creationId xmlns:a16="http://schemas.microsoft.com/office/drawing/2014/main" id="{A0369386-5491-B34C-6363-9519032339F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3363" y="3891754"/>
            <a:ext cx="2608450" cy="218665"/>
          </a:xfrm>
        </p:spPr>
        <p:txBody>
          <a:bodyPr vert="horz" lIns="0" tIns="0" rIns="0" bIns="0" rtlCol="0">
            <a:noAutofit/>
          </a:bodyPr>
          <a:lstStyle>
            <a:lvl1pPr>
              <a:buNone/>
              <a:defRPr lang="en-GB" sz="1200" spc="-9" dirty="0">
                <a:solidFill>
                  <a:schemeClr val="tx1"/>
                </a:solidFill>
                <a:latin typeface="Funnel Sans Medium" pitchFamily="2" charset="0"/>
              </a:defRPr>
            </a:lvl1pPr>
          </a:lstStyle>
          <a:p>
            <a:pPr marL="0" lvl="0" indent="0">
              <a:buNone/>
            </a:pPr>
            <a:r>
              <a:rPr lang="en-US"/>
              <a:t>Subhead</a:t>
            </a:r>
            <a:endParaRPr lang="en-GB"/>
          </a:p>
        </p:txBody>
      </p:sp>
      <p:sp>
        <p:nvSpPr>
          <p:cNvPr id="80" name="Text Placeholder 18">
            <a:extLst>
              <a:ext uri="{FF2B5EF4-FFF2-40B4-BE49-F238E27FC236}">
                <a16:creationId xmlns:a16="http://schemas.microsoft.com/office/drawing/2014/main" id="{54BA11C3-44D1-0024-87F6-1334B5D0AF5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63363" y="4261104"/>
            <a:ext cx="2608447" cy="2327483"/>
          </a:xfrm>
        </p:spPr>
        <p:txBody>
          <a:bodyPr/>
          <a:lstStyle>
            <a:lvl1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1pPr>
            <a:lvl2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2pPr>
            <a:lvl3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3pPr>
            <a:lvl4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4pPr>
            <a:lvl5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81" name="Text Placeholder 24">
            <a:extLst>
              <a:ext uri="{FF2B5EF4-FFF2-40B4-BE49-F238E27FC236}">
                <a16:creationId xmlns:a16="http://schemas.microsoft.com/office/drawing/2014/main" id="{AF394668-C890-66A2-CEB8-9580654AF03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14204" y="3891754"/>
            <a:ext cx="2608450" cy="218665"/>
          </a:xfrm>
        </p:spPr>
        <p:txBody>
          <a:bodyPr vert="horz" lIns="0" tIns="0" rIns="0" bIns="0" rtlCol="0">
            <a:noAutofit/>
          </a:bodyPr>
          <a:lstStyle>
            <a:lvl1pPr>
              <a:buNone/>
              <a:defRPr lang="en-GB" sz="1200" spc="-9" dirty="0">
                <a:solidFill>
                  <a:schemeClr val="tx1"/>
                </a:solidFill>
                <a:latin typeface="Funnel Sans Medium" pitchFamily="2" charset="0"/>
              </a:defRPr>
            </a:lvl1pPr>
          </a:lstStyle>
          <a:p>
            <a:pPr marL="0" lvl="0" indent="0">
              <a:buNone/>
            </a:pPr>
            <a:r>
              <a:rPr lang="en-US"/>
              <a:t>Subhead</a:t>
            </a:r>
            <a:endParaRPr lang="en-GB"/>
          </a:p>
        </p:txBody>
      </p:sp>
      <p:sp>
        <p:nvSpPr>
          <p:cNvPr id="82" name="Text Placeholder 18">
            <a:extLst>
              <a:ext uri="{FF2B5EF4-FFF2-40B4-BE49-F238E27FC236}">
                <a16:creationId xmlns:a16="http://schemas.microsoft.com/office/drawing/2014/main" id="{5DCB598D-3D78-24FF-514B-2D325AFFFEA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14204" y="4261104"/>
            <a:ext cx="2608447" cy="2327483"/>
          </a:xfrm>
        </p:spPr>
        <p:txBody>
          <a:bodyPr/>
          <a:lstStyle>
            <a:lvl1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1pPr>
            <a:lvl2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2pPr>
            <a:lvl3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3pPr>
            <a:lvl4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4pPr>
            <a:lvl5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83" name="Text Placeholder 24">
            <a:extLst>
              <a:ext uri="{FF2B5EF4-FFF2-40B4-BE49-F238E27FC236}">
                <a16:creationId xmlns:a16="http://schemas.microsoft.com/office/drawing/2014/main" id="{BD0630B3-E95F-2FE2-AF86-AA84BF2D872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365045" y="3891754"/>
            <a:ext cx="2608450" cy="218665"/>
          </a:xfrm>
        </p:spPr>
        <p:txBody>
          <a:bodyPr vert="horz" lIns="0" tIns="0" rIns="0" bIns="0" rtlCol="0">
            <a:noAutofit/>
          </a:bodyPr>
          <a:lstStyle>
            <a:lvl1pPr>
              <a:buNone/>
              <a:defRPr lang="en-GB" sz="1200" spc="-9" dirty="0">
                <a:solidFill>
                  <a:schemeClr val="tx1"/>
                </a:solidFill>
                <a:latin typeface="Funnel Sans Medium" pitchFamily="2" charset="0"/>
              </a:defRPr>
            </a:lvl1pPr>
          </a:lstStyle>
          <a:p>
            <a:pPr marL="0" lvl="0" indent="0">
              <a:buNone/>
            </a:pPr>
            <a:r>
              <a:rPr lang="en-US"/>
              <a:t>Subhead</a:t>
            </a:r>
            <a:endParaRPr lang="en-GB"/>
          </a:p>
        </p:txBody>
      </p:sp>
      <p:sp>
        <p:nvSpPr>
          <p:cNvPr id="84" name="Text Placeholder 18">
            <a:extLst>
              <a:ext uri="{FF2B5EF4-FFF2-40B4-BE49-F238E27FC236}">
                <a16:creationId xmlns:a16="http://schemas.microsoft.com/office/drawing/2014/main" id="{F8313115-A112-3FE0-6FB9-7D4DD314938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365045" y="4261104"/>
            <a:ext cx="2608447" cy="2327483"/>
          </a:xfrm>
        </p:spPr>
        <p:txBody>
          <a:bodyPr/>
          <a:lstStyle>
            <a:lvl1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1pPr>
            <a:lvl2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2pPr>
            <a:lvl3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3pPr>
            <a:lvl4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4pPr>
            <a:lvl5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85" name="Text Placeholder 24">
            <a:extLst>
              <a:ext uri="{FF2B5EF4-FFF2-40B4-BE49-F238E27FC236}">
                <a16:creationId xmlns:a16="http://schemas.microsoft.com/office/drawing/2014/main" id="{8EBDB70F-A626-208F-4EED-1D636825EF5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315886" y="3891754"/>
            <a:ext cx="2608450" cy="218665"/>
          </a:xfrm>
        </p:spPr>
        <p:txBody>
          <a:bodyPr vert="horz" lIns="0" tIns="0" rIns="0" bIns="0" rtlCol="0">
            <a:noAutofit/>
          </a:bodyPr>
          <a:lstStyle>
            <a:lvl1pPr>
              <a:buNone/>
              <a:defRPr lang="en-GB" sz="1200" spc="-9" dirty="0">
                <a:solidFill>
                  <a:schemeClr val="tx1"/>
                </a:solidFill>
                <a:latin typeface="Funnel Sans Medium" pitchFamily="2" charset="0"/>
              </a:defRPr>
            </a:lvl1pPr>
          </a:lstStyle>
          <a:p>
            <a:pPr marL="0" lvl="0" indent="0">
              <a:buNone/>
            </a:pPr>
            <a:r>
              <a:rPr lang="en-US"/>
              <a:t>Subhead</a:t>
            </a:r>
            <a:endParaRPr lang="en-GB"/>
          </a:p>
        </p:txBody>
      </p:sp>
      <p:sp>
        <p:nvSpPr>
          <p:cNvPr id="86" name="Text Placeholder 18">
            <a:extLst>
              <a:ext uri="{FF2B5EF4-FFF2-40B4-BE49-F238E27FC236}">
                <a16:creationId xmlns:a16="http://schemas.microsoft.com/office/drawing/2014/main" id="{30268815-D602-794A-3F1C-7DA8ABFD6B9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315886" y="4261104"/>
            <a:ext cx="2608447" cy="2327483"/>
          </a:xfrm>
        </p:spPr>
        <p:txBody>
          <a:bodyPr/>
          <a:lstStyle>
            <a:lvl1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1pPr>
            <a:lvl2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2pPr>
            <a:lvl3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3pPr>
            <a:lvl4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4pPr>
            <a:lvl5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7530617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C671EB-1366-5A12-5AB6-F1347BBCCFD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pc="0"/>
            </a:lvl1pPr>
          </a:lstStyle>
          <a:p>
            <a:r>
              <a:rPr lang="en-US"/>
              <a:t>Confidential</a:t>
            </a:r>
            <a:endParaRPr lang="en-GB" spc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6607D4-DC4A-5910-0CEB-DA151C68915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41E5F93-45D3-472F-9EA1-BCB47A04FF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A687B793-7A0E-F04C-2C67-CA196864B3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1113" y="1389953"/>
            <a:ext cx="4028947" cy="797984"/>
          </a:xfrm>
        </p:spPr>
        <p:txBody>
          <a:bodyPr/>
          <a:lstStyle>
            <a:lvl1pPr>
              <a:lnSpc>
                <a:spcPct val="102381"/>
              </a:lnSpc>
              <a:defRPr spc="-22">
                <a:solidFill>
                  <a:schemeClr val="tx1"/>
                </a:solidFill>
              </a:defRPr>
            </a:lvl1pPr>
          </a:lstStyle>
          <a:p>
            <a:r>
              <a:rPr lang="en-US"/>
              <a:t>A template for three columns of information with icons</a:t>
            </a:r>
            <a:endParaRPr lang="en-GB"/>
          </a:p>
        </p:txBody>
      </p:sp>
      <p:sp>
        <p:nvSpPr>
          <p:cNvPr id="30" name="Subtitle 2">
            <a:extLst>
              <a:ext uri="{FF2B5EF4-FFF2-40B4-BE49-F238E27FC236}">
                <a16:creationId xmlns:a16="http://schemas.microsoft.com/office/drawing/2014/main" id="{25543C33-7787-DA7D-4DB0-7F9982E0C40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57181" y="1088496"/>
            <a:ext cx="4028948" cy="158693"/>
          </a:xfrm>
        </p:spPr>
        <p:txBody>
          <a:bodyPr/>
          <a:lstStyle>
            <a:lvl1pPr marL="0" indent="0" algn="l">
              <a:buNone/>
              <a:defRPr sz="1200">
                <a:solidFill>
                  <a:schemeClr val="tx1"/>
                </a:solidFill>
                <a:latin typeface="Funnel Sans Medium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Label</a:t>
            </a:r>
            <a:endParaRPr lang="en-GB"/>
          </a:p>
        </p:txBody>
      </p:sp>
      <p:sp>
        <p:nvSpPr>
          <p:cNvPr id="31" name="Text Placeholder 24">
            <a:extLst>
              <a:ext uri="{FF2B5EF4-FFF2-40B4-BE49-F238E27FC236}">
                <a16:creationId xmlns:a16="http://schemas.microsoft.com/office/drawing/2014/main" id="{3D3B87E0-DD3B-ADBE-2468-C2B064F6EE4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3363" y="3891754"/>
            <a:ext cx="2608450" cy="218665"/>
          </a:xfrm>
        </p:spPr>
        <p:txBody>
          <a:bodyPr vert="horz" lIns="0" tIns="0" rIns="0" bIns="0" rtlCol="0">
            <a:noAutofit/>
          </a:bodyPr>
          <a:lstStyle>
            <a:lvl1pPr>
              <a:buNone/>
              <a:defRPr lang="en-GB" sz="1200" spc="-9" dirty="0">
                <a:solidFill>
                  <a:schemeClr val="tx1"/>
                </a:solidFill>
                <a:latin typeface="Funnel Sans Medium" pitchFamily="2" charset="0"/>
              </a:defRPr>
            </a:lvl1pPr>
          </a:lstStyle>
          <a:p>
            <a:pPr marL="0" lvl="0" indent="0">
              <a:buNone/>
            </a:pPr>
            <a:r>
              <a:rPr lang="en-US"/>
              <a:t>Subhead</a:t>
            </a:r>
            <a:endParaRPr lang="en-GB"/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E7B860E8-17F5-1CC5-033A-E998F80617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63363" y="4261104"/>
            <a:ext cx="2608447" cy="2327483"/>
          </a:xfrm>
        </p:spPr>
        <p:txBody>
          <a:bodyPr/>
          <a:lstStyle>
            <a:lvl1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1pPr>
            <a:lvl2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2pPr>
            <a:lvl3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3pPr>
            <a:lvl4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4pPr>
            <a:lvl5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33" name="Text Placeholder 24">
            <a:extLst>
              <a:ext uri="{FF2B5EF4-FFF2-40B4-BE49-F238E27FC236}">
                <a16:creationId xmlns:a16="http://schemas.microsoft.com/office/drawing/2014/main" id="{36D3AC0F-9CCE-BDEB-91EC-43E4BC5CB16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0365" y="3891754"/>
            <a:ext cx="2608450" cy="218665"/>
          </a:xfrm>
        </p:spPr>
        <p:txBody>
          <a:bodyPr vert="horz" lIns="0" tIns="0" rIns="0" bIns="0" rtlCol="0">
            <a:noAutofit/>
          </a:bodyPr>
          <a:lstStyle>
            <a:lvl1pPr>
              <a:buNone/>
              <a:defRPr lang="en-GB" sz="1200" spc="-9" dirty="0">
                <a:solidFill>
                  <a:schemeClr val="tx1"/>
                </a:solidFill>
                <a:latin typeface="Funnel Sans Medium" pitchFamily="2" charset="0"/>
              </a:defRPr>
            </a:lvl1pPr>
          </a:lstStyle>
          <a:p>
            <a:pPr marL="0" lvl="0" indent="0">
              <a:buNone/>
            </a:pPr>
            <a:r>
              <a:rPr lang="en-US"/>
              <a:t>Subhead</a:t>
            </a:r>
            <a:endParaRPr lang="en-GB"/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D7DE6A89-B9BA-2BC0-5715-AD30DD39E00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400365" y="4261104"/>
            <a:ext cx="2608447" cy="2327483"/>
          </a:xfrm>
        </p:spPr>
        <p:txBody>
          <a:bodyPr/>
          <a:lstStyle>
            <a:lvl1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1pPr>
            <a:lvl2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2pPr>
            <a:lvl3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3pPr>
            <a:lvl4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4pPr>
            <a:lvl5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35" name="Text Placeholder 24">
            <a:extLst>
              <a:ext uri="{FF2B5EF4-FFF2-40B4-BE49-F238E27FC236}">
                <a16:creationId xmlns:a16="http://schemas.microsoft.com/office/drawing/2014/main" id="{EB96FE59-26F5-1285-5BE3-7FA0E4844BA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337371" y="3891754"/>
            <a:ext cx="2608450" cy="218665"/>
          </a:xfrm>
        </p:spPr>
        <p:txBody>
          <a:bodyPr vert="horz" lIns="0" tIns="0" rIns="0" bIns="0" rtlCol="0">
            <a:noAutofit/>
          </a:bodyPr>
          <a:lstStyle>
            <a:lvl1pPr>
              <a:buNone/>
              <a:defRPr lang="en-GB" sz="1200" spc="-9" dirty="0">
                <a:solidFill>
                  <a:schemeClr val="tx1"/>
                </a:solidFill>
                <a:latin typeface="Funnel Sans Medium" pitchFamily="2" charset="0"/>
              </a:defRPr>
            </a:lvl1pPr>
          </a:lstStyle>
          <a:p>
            <a:pPr marL="0" lvl="0" indent="0">
              <a:buNone/>
            </a:pPr>
            <a:r>
              <a:rPr lang="en-US"/>
              <a:t>Subhead</a:t>
            </a:r>
            <a:endParaRPr lang="en-GB"/>
          </a:p>
        </p:txBody>
      </p:sp>
      <p:sp>
        <p:nvSpPr>
          <p:cNvPr id="36" name="Text Placeholder 18">
            <a:extLst>
              <a:ext uri="{FF2B5EF4-FFF2-40B4-BE49-F238E27FC236}">
                <a16:creationId xmlns:a16="http://schemas.microsoft.com/office/drawing/2014/main" id="{4BD02C11-4BCB-8B90-A0FE-FB87EDDC44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337371" y="4261104"/>
            <a:ext cx="2608447" cy="2327483"/>
          </a:xfrm>
        </p:spPr>
        <p:txBody>
          <a:bodyPr/>
          <a:lstStyle>
            <a:lvl1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1pPr>
            <a:lvl2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2pPr>
            <a:lvl3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3pPr>
            <a:lvl4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4pPr>
            <a:lvl5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913006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ree Column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C671EB-1366-5A12-5AB6-F1347BBCCFD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pc="0"/>
            </a:lvl1pPr>
          </a:lstStyle>
          <a:p>
            <a:r>
              <a:rPr lang="en-US"/>
              <a:t>Confidential</a:t>
            </a:r>
            <a:endParaRPr lang="en-GB" spc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6607D4-DC4A-5910-0CEB-DA151C68915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41E5F93-45D3-472F-9EA1-BCB47A04FF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A687B793-7A0E-F04C-2C67-CA196864B3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1113" y="1389953"/>
            <a:ext cx="4028947" cy="797984"/>
          </a:xfrm>
        </p:spPr>
        <p:txBody>
          <a:bodyPr/>
          <a:lstStyle>
            <a:lvl1pPr>
              <a:lnSpc>
                <a:spcPct val="102381"/>
              </a:lnSpc>
              <a:defRPr spc="-22">
                <a:solidFill>
                  <a:schemeClr val="tx1"/>
                </a:solidFill>
              </a:defRPr>
            </a:lvl1pPr>
          </a:lstStyle>
          <a:p>
            <a:r>
              <a:rPr lang="en-US"/>
              <a:t>A template for three columns of information with icons</a:t>
            </a:r>
            <a:endParaRPr lang="en-GB"/>
          </a:p>
        </p:txBody>
      </p:sp>
      <p:sp>
        <p:nvSpPr>
          <p:cNvPr id="30" name="Subtitle 2">
            <a:extLst>
              <a:ext uri="{FF2B5EF4-FFF2-40B4-BE49-F238E27FC236}">
                <a16:creationId xmlns:a16="http://schemas.microsoft.com/office/drawing/2014/main" id="{25543C33-7787-DA7D-4DB0-7F9982E0C40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57181" y="1088496"/>
            <a:ext cx="4028948" cy="158693"/>
          </a:xfrm>
        </p:spPr>
        <p:txBody>
          <a:bodyPr/>
          <a:lstStyle>
            <a:lvl1pPr marL="0" indent="0" algn="l">
              <a:buNone/>
              <a:defRPr sz="1200">
                <a:solidFill>
                  <a:schemeClr val="tx1"/>
                </a:solidFill>
                <a:latin typeface="Funnel Sans Medium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Label</a:t>
            </a:r>
            <a:endParaRPr lang="en-GB"/>
          </a:p>
        </p:txBody>
      </p:sp>
      <p:sp>
        <p:nvSpPr>
          <p:cNvPr id="31" name="Text Placeholder 24">
            <a:extLst>
              <a:ext uri="{FF2B5EF4-FFF2-40B4-BE49-F238E27FC236}">
                <a16:creationId xmlns:a16="http://schemas.microsoft.com/office/drawing/2014/main" id="{3D3B87E0-DD3B-ADBE-2468-C2B064F6EE4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3363" y="3891754"/>
            <a:ext cx="2608450" cy="218665"/>
          </a:xfrm>
        </p:spPr>
        <p:txBody>
          <a:bodyPr vert="horz" lIns="0" tIns="0" rIns="0" bIns="0" rtlCol="0">
            <a:noAutofit/>
          </a:bodyPr>
          <a:lstStyle>
            <a:lvl1pPr>
              <a:buNone/>
              <a:defRPr lang="en-GB" sz="1200" spc="-9" dirty="0">
                <a:solidFill>
                  <a:schemeClr val="tx1"/>
                </a:solidFill>
                <a:latin typeface="Funnel Sans Medium" pitchFamily="2" charset="0"/>
              </a:defRPr>
            </a:lvl1pPr>
          </a:lstStyle>
          <a:p>
            <a:pPr marL="0" lvl="0" indent="0">
              <a:buNone/>
            </a:pPr>
            <a:r>
              <a:rPr lang="en-US"/>
              <a:t>Subhead</a:t>
            </a:r>
            <a:endParaRPr lang="en-GB"/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E7B860E8-17F5-1CC5-033A-E998F80617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63363" y="4261104"/>
            <a:ext cx="2608447" cy="2327483"/>
          </a:xfrm>
        </p:spPr>
        <p:txBody>
          <a:bodyPr/>
          <a:lstStyle>
            <a:lvl1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1pPr>
            <a:lvl2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2pPr>
            <a:lvl3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3pPr>
            <a:lvl4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4pPr>
            <a:lvl5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33" name="Text Placeholder 24">
            <a:extLst>
              <a:ext uri="{FF2B5EF4-FFF2-40B4-BE49-F238E27FC236}">
                <a16:creationId xmlns:a16="http://schemas.microsoft.com/office/drawing/2014/main" id="{36D3AC0F-9CCE-BDEB-91EC-43E4BC5CB16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0365" y="3891754"/>
            <a:ext cx="2608450" cy="218665"/>
          </a:xfrm>
        </p:spPr>
        <p:txBody>
          <a:bodyPr vert="horz" lIns="0" tIns="0" rIns="0" bIns="0" rtlCol="0">
            <a:noAutofit/>
          </a:bodyPr>
          <a:lstStyle>
            <a:lvl1pPr>
              <a:buNone/>
              <a:defRPr lang="en-GB" sz="1200" spc="-9" dirty="0">
                <a:solidFill>
                  <a:schemeClr val="tx1"/>
                </a:solidFill>
                <a:latin typeface="Funnel Sans Medium" pitchFamily="2" charset="0"/>
              </a:defRPr>
            </a:lvl1pPr>
          </a:lstStyle>
          <a:p>
            <a:pPr marL="0" lvl="0" indent="0">
              <a:buNone/>
            </a:pPr>
            <a:r>
              <a:rPr lang="en-US"/>
              <a:t>Subhead</a:t>
            </a:r>
            <a:endParaRPr lang="en-GB"/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D7DE6A89-B9BA-2BC0-5715-AD30DD39E00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400365" y="4261104"/>
            <a:ext cx="2608447" cy="2327483"/>
          </a:xfrm>
        </p:spPr>
        <p:txBody>
          <a:bodyPr/>
          <a:lstStyle>
            <a:lvl1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1pPr>
            <a:lvl2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2pPr>
            <a:lvl3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3pPr>
            <a:lvl4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4pPr>
            <a:lvl5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35" name="Text Placeholder 24">
            <a:extLst>
              <a:ext uri="{FF2B5EF4-FFF2-40B4-BE49-F238E27FC236}">
                <a16:creationId xmlns:a16="http://schemas.microsoft.com/office/drawing/2014/main" id="{EB96FE59-26F5-1285-5BE3-7FA0E4844BA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337371" y="3891754"/>
            <a:ext cx="2608450" cy="218665"/>
          </a:xfrm>
        </p:spPr>
        <p:txBody>
          <a:bodyPr vert="horz" lIns="0" tIns="0" rIns="0" bIns="0" rtlCol="0">
            <a:noAutofit/>
          </a:bodyPr>
          <a:lstStyle>
            <a:lvl1pPr>
              <a:buNone/>
              <a:defRPr lang="en-GB" sz="1200" spc="-9" dirty="0">
                <a:solidFill>
                  <a:schemeClr val="tx1"/>
                </a:solidFill>
                <a:latin typeface="Funnel Sans Medium" pitchFamily="2" charset="0"/>
              </a:defRPr>
            </a:lvl1pPr>
          </a:lstStyle>
          <a:p>
            <a:pPr marL="0" lvl="0" indent="0">
              <a:buNone/>
            </a:pPr>
            <a:r>
              <a:rPr lang="en-US"/>
              <a:t>Subhead</a:t>
            </a:r>
            <a:endParaRPr lang="en-GB"/>
          </a:p>
        </p:txBody>
      </p:sp>
      <p:sp>
        <p:nvSpPr>
          <p:cNvPr id="36" name="Text Placeholder 18">
            <a:extLst>
              <a:ext uri="{FF2B5EF4-FFF2-40B4-BE49-F238E27FC236}">
                <a16:creationId xmlns:a16="http://schemas.microsoft.com/office/drawing/2014/main" id="{4BD02C11-4BCB-8B90-A0FE-FB87EDDC44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337371" y="4261104"/>
            <a:ext cx="2608447" cy="2327483"/>
          </a:xfrm>
        </p:spPr>
        <p:txBody>
          <a:bodyPr/>
          <a:lstStyle>
            <a:lvl1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1pPr>
            <a:lvl2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2pPr>
            <a:lvl3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3pPr>
            <a:lvl4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4pPr>
            <a:lvl5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2389763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Secti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C671EB-1366-5A12-5AB6-F1347BBCCFD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pc="0"/>
            </a:lvl1pPr>
          </a:lstStyle>
          <a:p>
            <a:r>
              <a:rPr lang="en-US"/>
              <a:t>Confidential</a:t>
            </a:r>
            <a:endParaRPr lang="en-GB" spc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6607D4-DC4A-5910-0CEB-DA151C68915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41E5F93-45D3-472F-9EA1-BCB47A04FF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A687B793-7A0E-F04C-2C67-CA196864B3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1113" y="1389953"/>
            <a:ext cx="4028947" cy="797984"/>
          </a:xfrm>
        </p:spPr>
        <p:txBody>
          <a:bodyPr/>
          <a:lstStyle>
            <a:lvl1pPr>
              <a:lnSpc>
                <a:spcPct val="102381"/>
              </a:lnSpc>
              <a:defRPr spc="-22">
                <a:solidFill>
                  <a:schemeClr val="tx1"/>
                </a:solidFill>
              </a:defRPr>
            </a:lvl1pPr>
          </a:lstStyle>
          <a:p>
            <a:r>
              <a:rPr lang="en-US"/>
              <a:t>A template with three sections of text</a:t>
            </a:r>
            <a:endParaRPr lang="en-GB"/>
          </a:p>
        </p:txBody>
      </p:sp>
      <p:sp>
        <p:nvSpPr>
          <p:cNvPr id="30" name="Subtitle 2">
            <a:extLst>
              <a:ext uri="{FF2B5EF4-FFF2-40B4-BE49-F238E27FC236}">
                <a16:creationId xmlns:a16="http://schemas.microsoft.com/office/drawing/2014/main" id="{25543C33-7787-DA7D-4DB0-7F9982E0C40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57181" y="1088496"/>
            <a:ext cx="4028948" cy="158693"/>
          </a:xfrm>
        </p:spPr>
        <p:txBody>
          <a:bodyPr/>
          <a:lstStyle>
            <a:lvl1pPr marL="0" indent="0" algn="l">
              <a:buNone/>
              <a:defRPr sz="1200">
                <a:solidFill>
                  <a:schemeClr val="tx1"/>
                </a:solidFill>
                <a:latin typeface="Funnel Sans Medium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Label</a:t>
            </a:r>
            <a:endParaRPr lang="en-GB"/>
          </a:p>
        </p:txBody>
      </p:sp>
      <p:sp>
        <p:nvSpPr>
          <p:cNvPr id="31" name="Text Placeholder 24">
            <a:extLst>
              <a:ext uri="{FF2B5EF4-FFF2-40B4-BE49-F238E27FC236}">
                <a16:creationId xmlns:a16="http://schemas.microsoft.com/office/drawing/2014/main" id="{3D3B87E0-DD3B-ADBE-2468-C2B064F6EE4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19762" y="1098656"/>
            <a:ext cx="4711129" cy="218665"/>
          </a:xfrm>
        </p:spPr>
        <p:txBody>
          <a:bodyPr vert="horz" lIns="0" tIns="0" rIns="0" bIns="0" rtlCol="0">
            <a:noAutofit/>
          </a:bodyPr>
          <a:lstStyle>
            <a:lvl1pPr>
              <a:buNone/>
              <a:defRPr lang="en-GB" sz="1400" spc="-9" dirty="0">
                <a:solidFill>
                  <a:schemeClr val="tx1"/>
                </a:solidFill>
                <a:latin typeface="Funnel Sans Medium" pitchFamily="2" charset="0"/>
              </a:defRPr>
            </a:lvl1pPr>
          </a:lstStyle>
          <a:p>
            <a:pPr marL="0" lvl="0" indent="0">
              <a:buNone/>
            </a:pPr>
            <a:r>
              <a:rPr lang="en-US"/>
              <a:t>Subhead</a:t>
            </a:r>
            <a:endParaRPr lang="en-GB"/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E7B860E8-17F5-1CC5-033A-E998F80617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19763" y="1508760"/>
            <a:ext cx="4711124" cy="947971"/>
          </a:xfrm>
        </p:spPr>
        <p:txBody>
          <a:bodyPr/>
          <a:lstStyle>
            <a:lvl1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1pPr>
            <a:lvl2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2pPr>
            <a:lvl3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3pPr>
            <a:lvl4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rgbClr val="FF0000"/>
                </a:solidFill>
              </a:defRPr>
            </a:lvl4pPr>
            <a:lvl5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rgbClr val="FF0000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16" name="Text Placeholder 24">
            <a:extLst>
              <a:ext uri="{FF2B5EF4-FFF2-40B4-BE49-F238E27FC236}">
                <a16:creationId xmlns:a16="http://schemas.microsoft.com/office/drawing/2014/main" id="{02DE45A7-F0D6-9AE9-EEAE-33D9CAF4BD4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19762" y="2720075"/>
            <a:ext cx="4711129" cy="218665"/>
          </a:xfrm>
        </p:spPr>
        <p:txBody>
          <a:bodyPr vert="horz" lIns="0" tIns="0" rIns="0" bIns="0" rtlCol="0">
            <a:noAutofit/>
          </a:bodyPr>
          <a:lstStyle>
            <a:lvl1pPr>
              <a:buNone/>
              <a:defRPr lang="en-GB" sz="1400" spc="-9" dirty="0">
                <a:solidFill>
                  <a:schemeClr val="tx1"/>
                </a:solidFill>
                <a:latin typeface="Funnel Sans Medium" pitchFamily="2" charset="0"/>
              </a:defRPr>
            </a:lvl1pPr>
          </a:lstStyle>
          <a:p>
            <a:pPr marL="0" lvl="0" indent="0">
              <a:buNone/>
            </a:pPr>
            <a:r>
              <a:rPr lang="en-US"/>
              <a:t>Subhead</a:t>
            </a:r>
            <a:endParaRPr lang="en-GB"/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22502C5A-341A-BA01-1E99-66D29F7CE7D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19763" y="3130179"/>
            <a:ext cx="4711124" cy="947971"/>
          </a:xfrm>
        </p:spPr>
        <p:txBody>
          <a:bodyPr/>
          <a:lstStyle>
            <a:lvl1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1pPr>
            <a:lvl2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2pPr>
            <a:lvl3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3pPr>
            <a:lvl4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rgbClr val="FF0000"/>
                </a:solidFill>
              </a:defRPr>
            </a:lvl4pPr>
            <a:lvl5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rgbClr val="FF0000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18" name="Text Placeholder 24">
            <a:extLst>
              <a:ext uri="{FF2B5EF4-FFF2-40B4-BE49-F238E27FC236}">
                <a16:creationId xmlns:a16="http://schemas.microsoft.com/office/drawing/2014/main" id="{0A402D78-651B-49D4-8CB0-D8BB60B2C4E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219762" y="4336414"/>
            <a:ext cx="4711129" cy="218665"/>
          </a:xfrm>
        </p:spPr>
        <p:txBody>
          <a:bodyPr vert="horz" lIns="0" tIns="0" rIns="0" bIns="0" rtlCol="0">
            <a:noAutofit/>
          </a:bodyPr>
          <a:lstStyle>
            <a:lvl1pPr>
              <a:buNone/>
              <a:defRPr lang="en-GB" sz="1400" spc="-9" dirty="0">
                <a:solidFill>
                  <a:schemeClr val="tx1"/>
                </a:solidFill>
                <a:latin typeface="Funnel Sans Medium" pitchFamily="2" charset="0"/>
              </a:defRPr>
            </a:lvl1pPr>
          </a:lstStyle>
          <a:p>
            <a:pPr marL="0" lvl="0" indent="0">
              <a:buNone/>
            </a:pPr>
            <a:r>
              <a:rPr lang="en-US"/>
              <a:t>Subhead</a:t>
            </a:r>
            <a:endParaRPr lang="en-GB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B9C3EFA1-D458-DCCA-B07C-3DF36495AE4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19763" y="4746518"/>
            <a:ext cx="4711124" cy="947971"/>
          </a:xfrm>
        </p:spPr>
        <p:txBody>
          <a:bodyPr/>
          <a:lstStyle>
            <a:lvl1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1pPr>
            <a:lvl2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2pPr>
            <a:lvl3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3pPr>
            <a:lvl4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rgbClr val="FF0000"/>
                </a:solidFill>
              </a:defRPr>
            </a:lvl4pPr>
            <a:lvl5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rgbClr val="FF0000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71550605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ree Section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C671EB-1366-5A12-5AB6-F1347BBCCFD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pc="0"/>
            </a:lvl1pPr>
          </a:lstStyle>
          <a:p>
            <a:r>
              <a:rPr lang="en-US"/>
              <a:t>Confidential</a:t>
            </a:r>
            <a:endParaRPr lang="en-GB" spc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6607D4-DC4A-5910-0CEB-DA151C68915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41E5F93-45D3-472F-9EA1-BCB47A04FF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A687B793-7A0E-F04C-2C67-CA196864B3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1113" y="1389953"/>
            <a:ext cx="4028947" cy="797984"/>
          </a:xfrm>
        </p:spPr>
        <p:txBody>
          <a:bodyPr/>
          <a:lstStyle>
            <a:lvl1pPr>
              <a:lnSpc>
                <a:spcPct val="102381"/>
              </a:lnSpc>
              <a:defRPr spc="-22">
                <a:solidFill>
                  <a:schemeClr val="tx1"/>
                </a:solidFill>
              </a:defRPr>
            </a:lvl1pPr>
          </a:lstStyle>
          <a:p>
            <a:r>
              <a:rPr lang="en-US"/>
              <a:t>A template with three sections of text</a:t>
            </a:r>
            <a:endParaRPr lang="en-GB"/>
          </a:p>
        </p:txBody>
      </p:sp>
      <p:sp>
        <p:nvSpPr>
          <p:cNvPr id="30" name="Subtitle 2">
            <a:extLst>
              <a:ext uri="{FF2B5EF4-FFF2-40B4-BE49-F238E27FC236}">
                <a16:creationId xmlns:a16="http://schemas.microsoft.com/office/drawing/2014/main" id="{25543C33-7787-DA7D-4DB0-7F9982E0C40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57181" y="1088496"/>
            <a:ext cx="4028948" cy="158693"/>
          </a:xfrm>
        </p:spPr>
        <p:txBody>
          <a:bodyPr/>
          <a:lstStyle>
            <a:lvl1pPr marL="0" indent="0" algn="l">
              <a:buNone/>
              <a:defRPr sz="1200">
                <a:solidFill>
                  <a:schemeClr val="tx1"/>
                </a:solidFill>
                <a:latin typeface="Funnel Sans Medium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Label</a:t>
            </a:r>
            <a:endParaRPr lang="en-GB"/>
          </a:p>
        </p:txBody>
      </p:sp>
      <p:sp>
        <p:nvSpPr>
          <p:cNvPr id="31" name="Text Placeholder 24">
            <a:extLst>
              <a:ext uri="{FF2B5EF4-FFF2-40B4-BE49-F238E27FC236}">
                <a16:creationId xmlns:a16="http://schemas.microsoft.com/office/drawing/2014/main" id="{3D3B87E0-DD3B-ADBE-2468-C2B064F6EE4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19762" y="1098656"/>
            <a:ext cx="4711129" cy="218665"/>
          </a:xfrm>
        </p:spPr>
        <p:txBody>
          <a:bodyPr vert="horz" lIns="0" tIns="0" rIns="0" bIns="0" rtlCol="0">
            <a:noAutofit/>
          </a:bodyPr>
          <a:lstStyle>
            <a:lvl1pPr>
              <a:buNone/>
              <a:defRPr lang="en-GB" sz="1400" spc="-9" dirty="0">
                <a:solidFill>
                  <a:schemeClr val="tx1"/>
                </a:solidFill>
                <a:latin typeface="Funnel Sans Medium" pitchFamily="2" charset="0"/>
              </a:defRPr>
            </a:lvl1pPr>
          </a:lstStyle>
          <a:p>
            <a:pPr marL="0" lvl="0" indent="0">
              <a:buNone/>
            </a:pPr>
            <a:r>
              <a:rPr lang="en-US"/>
              <a:t>Subhead</a:t>
            </a:r>
            <a:endParaRPr lang="en-GB"/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E7B860E8-17F5-1CC5-033A-E998F80617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19763" y="1508760"/>
            <a:ext cx="4711124" cy="947971"/>
          </a:xfrm>
        </p:spPr>
        <p:txBody>
          <a:bodyPr/>
          <a:lstStyle>
            <a:lvl1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1pPr>
            <a:lvl2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2pPr>
            <a:lvl3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3pPr>
            <a:lvl4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rgbClr val="FF0000"/>
                </a:solidFill>
              </a:defRPr>
            </a:lvl4pPr>
            <a:lvl5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rgbClr val="FF0000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16" name="Text Placeholder 24">
            <a:extLst>
              <a:ext uri="{FF2B5EF4-FFF2-40B4-BE49-F238E27FC236}">
                <a16:creationId xmlns:a16="http://schemas.microsoft.com/office/drawing/2014/main" id="{02DE45A7-F0D6-9AE9-EEAE-33D9CAF4BD4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19762" y="2720075"/>
            <a:ext cx="4711129" cy="218665"/>
          </a:xfrm>
        </p:spPr>
        <p:txBody>
          <a:bodyPr vert="horz" lIns="0" tIns="0" rIns="0" bIns="0" rtlCol="0">
            <a:noAutofit/>
          </a:bodyPr>
          <a:lstStyle>
            <a:lvl1pPr>
              <a:buNone/>
              <a:defRPr lang="en-GB" sz="1400" spc="-9" dirty="0">
                <a:solidFill>
                  <a:schemeClr val="tx1"/>
                </a:solidFill>
                <a:latin typeface="Funnel Sans Medium" pitchFamily="2" charset="0"/>
              </a:defRPr>
            </a:lvl1pPr>
          </a:lstStyle>
          <a:p>
            <a:pPr marL="0" lvl="0" indent="0">
              <a:buNone/>
            </a:pPr>
            <a:r>
              <a:rPr lang="en-US"/>
              <a:t>Subhead</a:t>
            </a:r>
            <a:endParaRPr lang="en-GB"/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22502C5A-341A-BA01-1E99-66D29F7CE7D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19763" y="3130179"/>
            <a:ext cx="4711124" cy="947971"/>
          </a:xfrm>
        </p:spPr>
        <p:txBody>
          <a:bodyPr/>
          <a:lstStyle>
            <a:lvl1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1pPr>
            <a:lvl2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2pPr>
            <a:lvl3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3pPr>
            <a:lvl4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rgbClr val="FF0000"/>
                </a:solidFill>
              </a:defRPr>
            </a:lvl4pPr>
            <a:lvl5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rgbClr val="FF0000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18" name="Text Placeholder 24">
            <a:extLst>
              <a:ext uri="{FF2B5EF4-FFF2-40B4-BE49-F238E27FC236}">
                <a16:creationId xmlns:a16="http://schemas.microsoft.com/office/drawing/2014/main" id="{0A402D78-651B-49D4-8CB0-D8BB60B2C4E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219762" y="4336414"/>
            <a:ext cx="4711129" cy="218665"/>
          </a:xfrm>
        </p:spPr>
        <p:txBody>
          <a:bodyPr vert="horz" lIns="0" tIns="0" rIns="0" bIns="0" rtlCol="0">
            <a:noAutofit/>
          </a:bodyPr>
          <a:lstStyle>
            <a:lvl1pPr>
              <a:buNone/>
              <a:defRPr lang="en-GB" sz="1400" spc="-9" dirty="0">
                <a:solidFill>
                  <a:schemeClr val="tx1"/>
                </a:solidFill>
                <a:latin typeface="Funnel Sans Medium" pitchFamily="2" charset="0"/>
              </a:defRPr>
            </a:lvl1pPr>
          </a:lstStyle>
          <a:p>
            <a:pPr marL="0" lvl="0" indent="0">
              <a:buNone/>
            </a:pPr>
            <a:r>
              <a:rPr lang="en-US"/>
              <a:t>Subhead</a:t>
            </a:r>
            <a:endParaRPr lang="en-GB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B9C3EFA1-D458-DCCA-B07C-3DF36495AE4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19763" y="4746518"/>
            <a:ext cx="4711124" cy="947971"/>
          </a:xfrm>
        </p:spPr>
        <p:txBody>
          <a:bodyPr/>
          <a:lstStyle>
            <a:lvl1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1pPr>
            <a:lvl2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2pPr>
            <a:lvl3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3pPr>
            <a:lvl4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rgbClr val="FF0000"/>
                </a:solidFill>
              </a:defRPr>
            </a:lvl4pPr>
            <a:lvl5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rgbClr val="FF0000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51631193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Secti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C671EB-1366-5A12-5AB6-F1347BBCCFD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pc="0"/>
            </a:lvl1pPr>
          </a:lstStyle>
          <a:p>
            <a:r>
              <a:rPr lang="en-US"/>
              <a:t>Confidential</a:t>
            </a:r>
            <a:endParaRPr lang="en-GB" spc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6607D4-DC4A-5910-0CEB-DA151C68915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41E5F93-45D3-472F-9EA1-BCB47A04FF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A687B793-7A0E-F04C-2C67-CA196864B3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1113" y="1389953"/>
            <a:ext cx="4028947" cy="797984"/>
          </a:xfrm>
        </p:spPr>
        <p:txBody>
          <a:bodyPr/>
          <a:lstStyle>
            <a:lvl1pPr>
              <a:lnSpc>
                <a:spcPct val="102381"/>
              </a:lnSpc>
              <a:defRPr spc="-22">
                <a:solidFill>
                  <a:schemeClr val="tx1"/>
                </a:solidFill>
              </a:defRPr>
            </a:lvl1pPr>
          </a:lstStyle>
          <a:p>
            <a:r>
              <a:rPr lang="en-US"/>
              <a:t>A template with four</a:t>
            </a:r>
            <a:br>
              <a:rPr lang="en-US"/>
            </a:br>
            <a:r>
              <a:rPr lang="en-US"/>
              <a:t>sections of text</a:t>
            </a:r>
            <a:endParaRPr lang="en-GB"/>
          </a:p>
        </p:txBody>
      </p:sp>
      <p:sp>
        <p:nvSpPr>
          <p:cNvPr id="30" name="Subtitle 2">
            <a:extLst>
              <a:ext uri="{FF2B5EF4-FFF2-40B4-BE49-F238E27FC236}">
                <a16:creationId xmlns:a16="http://schemas.microsoft.com/office/drawing/2014/main" id="{25543C33-7787-DA7D-4DB0-7F9982E0C40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57181" y="1088496"/>
            <a:ext cx="4028948" cy="158693"/>
          </a:xfrm>
        </p:spPr>
        <p:txBody>
          <a:bodyPr/>
          <a:lstStyle>
            <a:lvl1pPr marL="0" indent="0" algn="l">
              <a:buNone/>
              <a:defRPr sz="1200">
                <a:solidFill>
                  <a:schemeClr val="tx1"/>
                </a:solidFill>
                <a:latin typeface="Funnel Sans Medium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Label</a:t>
            </a:r>
            <a:endParaRPr lang="en-GB"/>
          </a:p>
        </p:txBody>
      </p:sp>
      <p:sp>
        <p:nvSpPr>
          <p:cNvPr id="31" name="Text Placeholder 24">
            <a:extLst>
              <a:ext uri="{FF2B5EF4-FFF2-40B4-BE49-F238E27FC236}">
                <a16:creationId xmlns:a16="http://schemas.microsoft.com/office/drawing/2014/main" id="{3D3B87E0-DD3B-ADBE-2468-C2B064F6EE4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175317" y="1299670"/>
            <a:ext cx="2876486" cy="218665"/>
          </a:xfrm>
        </p:spPr>
        <p:txBody>
          <a:bodyPr vert="horz" lIns="0" tIns="0" rIns="0" bIns="0" rtlCol="0">
            <a:noAutofit/>
          </a:bodyPr>
          <a:lstStyle>
            <a:lvl1pPr>
              <a:buNone/>
              <a:defRPr lang="en-GB" sz="1400" spc="-9" dirty="0">
                <a:solidFill>
                  <a:schemeClr val="tx1"/>
                </a:solidFill>
                <a:latin typeface="Funnel Sans Medium" pitchFamily="2" charset="0"/>
              </a:defRPr>
            </a:lvl1pPr>
          </a:lstStyle>
          <a:p>
            <a:pPr marL="0" lvl="0" indent="0">
              <a:buNone/>
            </a:pPr>
            <a:r>
              <a:rPr lang="en-US"/>
              <a:t>Subhead</a:t>
            </a:r>
            <a:endParaRPr lang="en-GB"/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E7B860E8-17F5-1CC5-033A-E998F80617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175317" y="1709774"/>
            <a:ext cx="2876483" cy="1378866"/>
          </a:xfrm>
        </p:spPr>
        <p:txBody>
          <a:bodyPr/>
          <a:lstStyle>
            <a:lvl1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1pPr>
            <a:lvl2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2pPr>
            <a:lvl3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3pPr>
            <a:lvl4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rgbClr val="FF0000"/>
                </a:solidFill>
              </a:defRPr>
            </a:lvl4pPr>
            <a:lvl5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rgbClr val="FF0000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12" name="Text Placeholder 24">
            <a:extLst>
              <a:ext uri="{FF2B5EF4-FFF2-40B4-BE49-F238E27FC236}">
                <a16:creationId xmlns:a16="http://schemas.microsoft.com/office/drawing/2014/main" id="{650890D0-27EF-EEA5-0CBD-BCC3C1B147D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112627" y="1299670"/>
            <a:ext cx="2876486" cy="218665"/>
          </a:xfrm>
        </p:spPr>
        <p:txBody>
          <a:bodyPr vert="horz" lIns="0" tIns="0" rIns="0" bIns="0" rtlCol="0">
            <a:noAutofit/>
          </a:bodyPr>
          <a:lstStyle>
            <a:lvl1pPr>
              <a:buNone/>
              <a:defRPr lang="en-GB" sz="1400" spc="-9" dirty="0">
                <a:solidFill>
                  <a:schemeClr val="tx1"/>
                </a:solidFill>
                <a:latin typeface="Funnel Sans Medium" pitchFamily="2" charset="0"/>
              </a:defRPr>
            </a:lvl1pPr>
          </a:lstStyle>
          <a:p>
            <a:pPr marL="0" lvl="0" indent="0">
              <a:buNone/>
            </a:pPr>
            <a:r>
              <a:rPr lang="en-US"/>
              <a:t>Subhead</a:t>
            </a:r>
            <a:endParaRPr lang="en-GB"/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DB2E498E-FC14-A65E-9456-10AFF302252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112627" y="1709774"/>
            <a:ext cx="2876483" cy="1378866"/>
          </a:xfrm>
        </p:spPr>
        <p:txBody>
          <a:bodyPr/>
          <a:lstStyle>
            <a:lvl1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1pPr>
            <a:lvl2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2pPr>
            <a:lvl3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3pPr>
            <a:lvl4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rgbClr val="FF0000"/>
                </a:solidFill>
              </a:defRPr>
            </a:lvl4pPr>
            <a:lvl5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rgbClr val="FF0000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20" name="Text Placeholder 24">
            <a:extLst>
              <a:ext uri="{FF2B5EF4-FFF2-40B4-BE49-F238E27FC236}">
                <a16:creationId xmlns:a16="http://schemas.microsoft.com/office/drawing/2014/main" id="{F13C5BA7-39B1-76D6-B614-954B5847D36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175317" y="3727020"/>
            <a:ext cx="2876486" cy="218665"/>
          </a:xfrm>
        </p:spPr>
        <p:txBody>
          <a:bodyPr vert="horz" lIns="0" tIns="0" rIns="0" bIns="0" rtlCol="0">
            <a:noAutofit/>
          </a:bodyPr>
          <a:lstStyle>
            <a:lvl1pPr>
              <a:buNone/>
              <a:defRPr lang="en-GB" sz="1400" spc="-9" dirty="0">
                <a:solidFill>
                  <a:schemeClr val="tx1"/>
                </a:solidFill>
                <a:latin typeface="Funnel Sans Medium" pitchFamily="2" charset="0"/>
              </a:defRPr>
            </a:lvl1pPr>
          </a:lstStyle>
          <a:p>
            <a:pPr marL="0" lvl="0" indent="0">
              <a:buNone/>
            </a:pPr>
            <a:r>
              <a:rPr lang="en-US"/>
              <a:t>Subhead</a:t>
            </a:r>
            <a:endParaRPr lang="en-GB"/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CB74D52F-7941-DED7-3799-706AF0DB8AB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175317" y="4137124"/>
            <a:ext cx="2876483" cy="1378866"/>
          </a:xfrm>
        </p:spPr>
        <p:txBody>
          <a:bodyPr/>
          <a:lstStyle>
            <a:lvl1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1pPr>
            <a:lvl2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2pPr>
            <a:lvl3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3pPr>
            <a:lvl4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rgbClr val="FF0000"/>
                </a:solidFill>
              </a:defRPr>
            </a:lvl4pPr>
            <a:lvl5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rgbClr val="FF0000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22" name="Text Placeholder 24">
            <a:extLst>
              <a:ext uri="{FF2B5EF4-FFF2-40B4-BE49-F238E27FC236}">
                <a16:creationId xmlns:a16="http://schemas.microsoft.com/office/drawing/2014/main" id="{F225D206-8F03-0CC0-4677-1C3237B3066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12627" y="3727020"/>
            <a:ext cx="2876486" cy="218665"/>
          </a:xfrm>
        </p:spPr>
        <p:txBody>
          <a:bodyPr vert="horz" lIns="0" tIns="0" rIns="0" bIns="0" rtlCol="0">
            <a:noAutofit/>
          </a:bodyPr>
          <a:lstStyle>
            <a:lvl1pPr>
              <a:buNone/>
              <a:defRPr lang="en-GB" sz="1400" spc="-9" dirty="0">
                <a:solidFill>
                  <a:schemeClr val="tx1"/>
                </a:solidFill>
                <a:latin typeface="Funnel Sans Medium" pitchFamily="2" charset="0"/>
              </a:defRPr>
            </a:lvl1pPr>
          </a:lstStyle>
          <a:p>
            <a:pPr marL="0" lvl="0" indent="0">
              <a:buNone/>
            </a:pPr>
            <a:r>
              <a:rPr lang="en-US"/>
              <a:t>Subhead</a:t>
            </a:r>
            <a:endParaRPr lang="en-GB"/>
          </a:p>
        </p:txBody>
      </p:sp>
      <p:sp>
        <p:nvSpPr>
          <p:cNvPr id="23" name="Text Placeholder 18">
            <a:extLst>
              <a:ext uri="{FF2B5EF4-FFF2-40B4-BE49-F238E27FC236}">
                <a16:creationId xmlns:a16="http://schemas.microsoft.com/office/drawing/2014/main" id="{4FBE3359-784B-AF8D-8324-03D79D85160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112627" y="4137124"/>
            <a:ext cx="2876483" cy="1378866"/>
          </a:xfrm>
        </p:spPr>
        <p:txBody>
          <a:bodyPr/>
          <a:lstStyle>
            <a:lvl1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1pPr>
            <a:lvl2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2pPr>
            <a:lvl3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3pPr>
            <a:lvl4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rgbClr val="FF0000"/>
                </a:solidFill>
              </a:defRPr>
            </a:lvl4pPr>
            <a:lvl5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rgbClr val="FF0000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34679897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our Section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C671EB-1366-5A12-5AB6-F1347BBCCFD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pc="0"/>
            </a:lvl1pPr>
          </a:lstStyle>
          <a:p>
            <a:r>
              <a:rPr lang="en-US"/>
              <a:t>Confidential</a:t>
            </a:r>
            <a:endParaRPr lang="en-GB" spc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6607D4-DC4A-5910-0CEB-DA151C68915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41E5F93-45D3-472F-9EA1-BCB47A04FF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A687B793-7A0E-F04C-2C67-CA196864B3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1113" y="1389953"/>
            <a:ext cx="4028947" cy="797984"/>
          </a:xfrm>
        </p:spPr>
        <p:txBody>
          <a:bodyPr/>
          <a:lstStyle>
            <a:lvl1pPr>
              <a:lnSpc>
                <a:spcPct val="102381"/>
              </a:lnSpc>
              <a:defRPr spc="-22">
                <a:solidFill>
                  <a:schemeClr val="tx1"/>
                </a:solidFill>
              </a:defRPr>
            </a:lvl1pPr>
          </a:lstStyle>
          <a:p>
            <a:r>
              <a:rPr lang="en-US"/>
              <a:t>A template with four</a:t>
            </a:r>
            <a:br>
              <a:rPr lang="en-US"/>
            </a:br>
            <a:r>
              <a:rPr lang="en-US"/>
              <a:t>sections of text</a:t>
            </a:r>
            <a:endParaRPr lang="en-GB"/>
          </a:p>
        </p:txBody>
      </p:sp>
      <p:sp>
        <p:nvSpPr>
          <p:cNvPr id="30" name="Subtitle 2">
            <a:extLst>
              <a:ext uri="{FF2B5EF4-FFF2-40B4-BE49-F238E27FC236}">
                <a16:creationId xmlns:a16="http://schemas.microsoft.com/office/drawing/2014/main" id="{25543C33-7787-DA7D-4DB0-7F9982E0C40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57181" y="1088496"/>
            <a:ext cx="4028948" cy="158693"/>
          </a:xfrm>
        </p:spPr>
        <p:txBody>
          <a:bodyPr/>
          <a:lstStyle>
            <a:lvl1pPr marL="0" indent="0" algn="l">
              <a:buNone/>
              <a:defRPr sz="1200">
                <a:solidFill>
                  <a:schemeClr val="tx1"/>
                </a:solidFill>
                <a:latin typeface="Funnel Sans Medium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Label</a:t>
            </a:r>
            <a:endParaRPr lang="en-GB"/>
          </a:p>
        </p:txBody>
      </p:sp>
      <p:sp>
        <p:nvSpPr>
          <p:cNvPr id="31" name="Text Placeholder 24">
            <a:extLst>
              <a:ext uri="{FF2B5EF4-FFF2-40B4-BE49-F238E27FC236}">
                <a16:creationId xmlns:a16="http://schemas.microsoft.com/office/drawing/2014/main" id="{3D3B87E0-DD3B-ADBE-2468-C2B064F6EE4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175317" y="1299670"/>
            <a:ext cx="2876486" cy="218665"/>
          </a:xfrm>
        </p:spPr>
        <p:txBody>
          <a:bodyPr vert="horz" lIns="0" tIns="0" rIns="0" bIns="0" rtlCol="0">
            <a:noAutofit/>
          </a:bodyPr>
          <a:lstStyle>
            <a:lvl1pPr>
              <a:buNone/>
              <a:defRPr lang="en-GB" sz="1400" spc="-9" dirty="0">
                <a:solidFill>
                  <a:schemeClr val="tx1"/>
                </a:solidFill>
                <a:latin typeface="Funnel Sans Medium" pitchFamily="2" charset="0"/>
              </a:defRPr>
            </a:lvl1pPr>
          </a:lstStyle>
          <a:p>
            <a:pPr marL="0" lvl="0" indent="0">
              <a:buNone/>
            </a:pPr>
            <a:r>
              <a:rPr lang="en-US"/>
              <a:t>Subhead</a:t>
            </a:r>
            <a:endParaRPr lang="en-GB"/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E7B860E8-17F5-1CC5-033A-E998F80617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175317" y="1709774"/>
            <a:ext cx="2876483" cy="1378866"/>
          </a:xfrm>
        </p:spPr>
        <p:txBody>
          <a:bodyPr/>
          <a:lstStyle>
            <a:lvl1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1pPr>
            <a:lvl2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2pPr>
            <a:lvl3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3pPr>
            <a:lvl4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rgbClr val="FF0000"/>
                </a:solidFill>
              </a:defRPr>
            </a:lvl4pPr>
            <a:lvl5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rgbClr val="FF0000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12" name="Text Placeholder 24">
            <a:extLst>
              <a:ext uri="{FF2B5EF4-FFF2-40B4-BE49-F238E27FC236}">
                <a16:creationId xmlns:a16="http://schemas.microsoft.com/office/drawing/2014/main" id="{650890D0-27EF-EEA5-0CBD-BCC3C1B147D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112627" y="1299670"/>
            <a:ext cx="2876486" cy="218665"/>
          </a:xfrm>
        </p:spPr>
        <p:txBody>
          <a:bodyPr vert="horz" lIns="0" tIns="0" rIns="0" bIns="0" rtlCol="0">
            <a:noAutofit/>
          </a:bodyPr>
          <a:lstStyle>
            <a:lvl1pPr>
              <a:buNone/>
              <a:defRPr lang="en-GB" sz="1400" spc="-9" dirty="0">
                <a:solidFill>
                  <a:schemeClr val="tx1"/>
                </a:solidFill>
                <a:latin typeface="Funnel Sans Medium" pitchFamily="2" charset="0"/>
              </a:defRPr>
            </a:lvl1pPr>
          </a:lstStyle>
          <a:p>
            <a:pPr marL="0" lvl="0" indent="0">
              <a:buNone/>
            </a:pPr>
            <a:r>
              <a:rPr lang="en-US"/>
              <a:t>Subhead</a:t>
            </a:r>
            <a:endParaRPr lang="en-GB"/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DB2E498E-FC14-A65E-9456-10AFF302252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112627" y="1709774"/>
            <a:ext cx="2876483" cy="1378866"/>
          </a:xfrm>
        </p:spPr>
        <p:txBody>
          <a:bodyPr/>
          <a:lstStyle>
            <a:lvl1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1pPr>
            <a:lvl2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2pPr>
            <a:lvl3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3pPr>
            <a:lvl4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rgbClr val="FF0000"/>
                </a:solidFill>
              </a:defRPr>
            </a:lvl4pPr>
            <a:lvl5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rgbClr val="FF0000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20" name="Text Placeholder 24">
            <a:extLst>
              <a:ext uri="{FF2B5EF4-FFF2-40B4-BE49-F238E27FC236}">
                <a16:creationId xmlns:a16="http://schemas.microsoft.com/office/drawing/2014/main" id="{F13C5BA7-39B1-76D6-B614-954B5847D36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175317" y="3727020"/>
            <a:ext cx="2876486" cy="218665"/>
          </a:xfrm>
        </p:spPr>
        <p:txBody>
          <a:bodyPr vert="horz" lIns="0" tIns="0" rIns="0" bIns="0" rtlCol="0">
            <a:noAutofit/>
          </a:bodyPr>
          <a:lstStyle>
            <a:lvl1pPr>
              <a:buNone/>
              <a:defRPr lang="en-GB" sz="1400" spc="-9" dirty="0">
                <a:solidFill>
                  <a:schemeClr val="tx1"/>
                </a:solidFill>
                <a:latin typeface="Funnel Sans Medium" pitchFamily="2" charset="0"/>
              </a:defRPr>
            </a:lvl1pPr>
          </a:lstStyle>
          <a:p>
            <a:pPr marL="0" lvl="0" indent="0">
              <a:buNone/>
            </a:pPr>
            <a:r>
              <a:rPr lang="en-US"/>
              <a:t>Subhead</a:t>
            </a:r>
            <a:endParaRPr lang="en-GB"/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CB74D52F-7941-DED7-3799-706AF0DB8AB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175317" y="4137124"/>
            <a:ext cx="2876483" cy="1378866"/>
          </a:xfrm>
        </p:spPr>
        <p:txBody>
          <a:bodyPr/>
          <a:lstStyle>
            <a:lvl1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1pPr>
            <a:lvl2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2pPr>
            <a:lvl3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3pPr>
            <a:lvl4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rgbClr val="FF0000"/>
                </a:solidFill>
              </a:defRPr>
            </a:lvl4pPr>
            <a:lvl5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rgbClr val="FF0000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22" name="Text Placeholder 24">
            <a:extLst>
              <a:ext uri="{FF2B5EF4-FFF2-40B4-BE49-F238E27FC236}">
                <a16:creationId xmlns:a16="http://schemas.microsoft.com/office/drawing/2014/main" id="{F225D206-8F03-0CC0-4677-1C3237B3066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12627" y="3727020"/>
            <a:ext cx="2876486" cy="218665"/>
          </a:xfrm>
        </p:spPr>
        <p:txBody>
          <a:bodyPr vert="horz" lIns="0" tIns="0" rIns="0" bIns="0" rtlCol="0">
            <a:noAutofit/>
          </a:bodyPr>
          <a:lstStyle>
            <a:lvl1pPr>
              <a:buNone/>
              <a:defRPr lang="en-GB" sz="1400" spc="-9" dirty="0">
                <a:solidFill>
                  <a:schemeClr val="tx1"/>
                </a:solidFill>
                <a:latin typeface="Funnel Sans Medium" pitchFamily="2" charset="0"/>
              </a:defRPr>
            </a:lvl1pPr>
          </a:lstStyle>
          <a:p>
            <a:pPr marL="0" lvl="0" indent="0">
              <a:buNone/>
            </a:pPr>
            <a:r>
              <a:rPr lang="en-US"/>
              <a:t>Subhead</a:t>
            </a:r>
            <a:endParaRPr lang="en-GB"/>
          </a:p>
        </p:txBody>
      </p:sp>
      <p:sp>
        <p:nvSpPr>
          <p:cNvPr id="23" name="Text Placeholder 18">
            <a:extLst>
              <a:ext uri="{FF2B5EF4-FFF2-40B4-BE49-F238E27FC236}">
                <a16:creationId xmlns:a16="http://schemas.microsoft.com/office/drawing/2014/main" id="{4FBE3359-784B-AF8D-8324-03D79D85160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112627" y="4137124"/>
            <a:ext cx="2876483" cy="1378866"/>
          </a:xfrm>
        </p:spPr>
        <p:txBody>
          <a:bodyPr/>
          <a:lstStyle>
            <a:lvl1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1pPr>
            <a:lvl2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2pPr>
            <a:lvl3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3pPr>
            <a:lvl4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rgbClr val="FF0000"/>
                </a:solidFill>
              </a:defRPr>
            </a:lvl4pPr>
            <a:lvl5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rgbClr val="FF0000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19805780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ieces of Data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C671EB-1366-5A12-5AB6-F1347BBCCFD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pc="0"/>
            </a:lvl1pPr>
          </a:lstStyle>
          <a:p>
            <a:r>
              <a:rPr lang="en-US"/>
              <a:t>Confidential</a:t>
            </a:r>
            <a:endParaRPr lang="en-GB" spc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6607D4-DC4A-5910-0CEB-DA151C68915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41E5F93-45D3-472F-9EA1-BCB47A04FF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A687B793-7A0E-F04C-2C67-CA196864B3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1113" y="1389953"/>
            <a:ext cx="4028947" cy="797984"/>
          </a:xfrm>
        </p:spPr>
        <p:txBody>
          <a:bodyPr/>
          <a:lstStyle>
            <a:lvl1pPr>
              <a:lnSpc>
                <a:spcPct val="102381"/>
              </a:lnSpc>
              <a:defRPr spc="-22">
                <a:solidFill>
                  <a:schemeClr val="tx1"/>
                </a:solidFill>
              </a:defRPr>
            </a:lvl1pPr>
          </a:lstStyle>
          <a:p>
            <a:r>
              <a:rPr lang="en-US"/>
              <a:t>A template with three</a:t>
            </a:r>
            <a:br>
              <a:rPr lang="en-US"/>
            </a:br>
            <a:r>
              <a:rPr lang="en-US"/>
              <a:t>pieces of data</a:t>
            </a:r>
            <a:endParaRPr lang="en-GB"/>
          </a:p>
        </p:txBody>
      </p:sp>
      <p:sp>
        <p:nvSpPr>
          <p:cNvPr id="30" name="Subtitle 2">
            <a:extLst>
              <a:ext uri="{FF2B5EF4-FFF2-40B4-BE49-F238E27FC236}">
                <a16:creationId xmlns:a16="http://schemas.microsoft.com/office/drawing/2014/main" id="{25543C33-7787-DA7D-4DB0-7F9982E0C40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57181" y="1088496"/>
            <a:ext cx="4028948" cy="158693"/>
          </a:xfrm>
        </p:spPr>
        <p:txBody>
          <a:bodyPr/>
          <a:lstStyle>
            <a:lvl1pPr marL="0" indent="0" algn="l">
              <a:buNone/>
              <a:defRPr sz="1200">
                <a:solidFill>
                  <a:schemeClr val="tx1"/>
                </a:solidFill>
                <a:latin typeface="Funnel Sans Medium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Label</a:t>
            </a:r>
            <a:endParaRPr lang="en-GB"/>
          </a:p>
        </p:txBody>
      </p:sp>
      <p:sp>
        <p:nvSpPr>
          <p:cNvPr id="31" name="Text Placeholder 24">
            <a:extLst>
              <a:ext uri="{FF2B5EF4-FFF2-40B4-BE49-F238E27FC236}">
                <a16:creationId xmlns:a16="http://schemas.microsoft.com/office/drawing/2014/main" id="{3D3B87E0-DD3B-ADBE-2468-C2B064F6EE4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27809" y="1355663"/>
            <a:ext cx="3803078" cy="644587"/>
          </a:xfrm>
        </p:spPr>
        <p:txBody>
          <a:bodyPr vert="horz" lIns="0" tIns="0" rIns="0" bIns="0" rtlCol="0">
            <a:noAutofit/>
          </a:bodyPr>
          <a:lstStyle>
            <a:lvl1pPr>
              <a:buNone/>
              <a:defRPr lang="en-GB" sz="4900" spc="-121" dirty="0">
                <a:solidFill>
                  <a:schemeClr val="tx1"/>
                </a:solidFill>
                <a:latin typeface="+mj-lt"/>
                <a:ea typeface="Season Mix-TRIAL" panose="020E0504070406020203" pitchFamily="34" charset="0"/>
                <a:cs typeface="Season Mix-TRIAL" panose="020E0504070406020203" pitchFamily="34" charset="0"/>
              </a:defRPr>
            </a:lvl1pPr>
          </a:lstStyle>
          <a:p>
            <a:pPr marL="0" lvl="0" indent="0">
              <a:buNone/>
            </a:pPr>
            <a:r>
              <a:rPr lang="en-US"/>
              <a:t>XXX%</a:t>
            </a:r>
            <a:endParaRPr lang="en-GB"/>
          </a:p>
        </p:txBody>
      </p:sp>
      <p:sp>
        <p:nvSpPr>
          <p:cNvPr id="8" name="Text Placeholder 18">
            <a:extLst>
              <a:ext uri="{FF2B5EF4-FFF2-40B4-BE49-F238E27FC236}">
                <a16:creationId xmlns:a16="http://schemas.microsoft.com/office/drawing/2014/main" id="{732AC2A8-0CD2-B276-6ECA-49CF1F7D958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57181" y="2395728"/>
            <a:ext cx="4028947" cy="3239654"/>
          </a:xfrm>
        </p:spPr>
        <p:txBody>
          <a:bodyPr/>
          <a:lstStyle>
            <a:lvl1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1pPr>
            <a:lvl2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2pPr>
            <a:lvl3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3pPr>
            <a:lvl4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rgbClr val="FF0000"/>
                </a:solidFill>
              </a:defRPr>
            </a:lvl4pPr>
            <a:lvl5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rgbClr val="FF0000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9" name="Text Placeholder 24">
            <a:extLst>
              <a:ext uri="{FF2B5EF4-FFF2-40B4-BE49-F238E27FC236}">
                <a16:creationId xmlns:a16="http://schemas.microsoft.com/office/drawing/2014/main" id="{EAA277A7-7321-7A88-5F93-190B60652EE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27809" y="2149184"/>
            <a:ext cx="3803078" cy="218665"/>
          </a:xfrm>
        </p:spPr>
        <p:txBody>
          <a:bodyPr vert="horz" lIns="0" tIns="0" rIns="0" bIns="0" rtlCol="0">
            <a:noAutofit/>
          </a:bodyPr>
          <a:lstStyle>
            <a:lvl1pPr>
              <a:buNone/>
              <a:defRPr lang="en-GB" sz="1400" spc="-17" dirty="0">
                <a:solidFill>
                  <a:schemeClr val="tx2"/>
                </a:solidFill>
                <a:latin typeface="+mn-lt"/>
              </a:defRPr>
            </a:lvl1pPr>
          </a:lstStyle>
          <a:p>
            <a:pPr marL="0" lvl="0" indent="0">
              <a:buNone/>
            </a:pPr>
            <a:r>
              <a:rPr lang="da-DK"/>
              <a:t>Lorem ipsum dolor sit amet</a:t>
            </a:r>
            <a:endParaRPr lang="en-GB"/>
          </a:p>
        </p:txBody>
      </p:sp>
      <p:sp>
        <p:nvSpPr>
          <p:cNvPr id="10" name="Text Placeholder 24">
            <a:extLst>
              <a:ext uri="{FF2B5EF4-FFF2-40B4-BE49-F238E27FC236}">
                <a16:creationId xmlns:a16="http://schemas.microsoft.com/office/drawing/2014/main" id="{13238D00-3EAE-DC62-E521-5E63FD0B9BE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27809" y="2992341"/>
            <a:ext cx="3803078" cy="644587"/>
          </a:xfrm>
        </p:spPr>
        <p:txBody>
          <a:bodyPr vert="horz" lIns="0" tIns="0" rIns="0" bIns="0" rtlCol="0">
            <a:noAutofit/>
          </a:bodyPr>
          <a:lstStyle>
            <a:lvl1pPr>
              <a:buNone/>
              <a:defRPr lang="en-GB" sz="4900" spc="-121" dirty="0">
                <a:solidFill>
                  <a:schemeClr val="tx1"/>
                </a:solidFill>
                <a:latin typeface="+mj-lt"/>
                <a:ea typeface="Season Mix-TRIAL" panose="020E0504070406020203" pitchFamily="34" charset="0"/>
                <a:cs typeface="Season Mix-TRIAL" panose="020E0504070406020203" pitchFamily="34" charset="0"/>
              </a:defRPr>
            </a:lvl1pPr>
          </a:lstStyle>
          <a:p>
            <a:pPr marL="0" lvl="0" indent="0">
              <a:buNone/>
            </a:pPr>
            <a:r>
              <a:rPr lang="en-US"/>
              <a:t>XXX%</a:t>
            </a:r>
            <a:endParaRPr lang="en-GB"/>
          </a:p>
        </p:txBody>
      </p:sp>
      <p:sp>
        <p:nvSpPr>
          <p:cNvPr id="11" name="Text Placeholder 24">
            <a:extLst>
              <a:ext uri="{FF2B5EF4-FFF2-40B4-BE49-F238E27FC236}">
                <a16:creationId xmlns:a16="http://schemas.microsoft.com/office/drawing/2014/main" id="{8CF5F73C-4783-7687-CD38-BDAE7553369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27809" y="3785862"/>
            <a:ext cx="3803078" cy="218665"/>
          </a:xfrm>
        </p:spPr>
        <p:txBody>
          <a:bodyPr vert="horz" lIns="0" tIns="0" rIns="0" bIns="0" rtlCol="0">
            <a:noAutofit/>
          </a:bodyPr>
          <a:lstStyle>
            <a:lvl1pPr>
              <a:buNone/>
              <a:defRPr lang="en-GB" sz="1400" spc="-17" dirty="0">
                <a:solidFill>
                  <a:schemeClr val="tx2"/>
                </a:solidFill>
                <a:latin typeface="+mn-lt"/>
              </a:defRPr>
            </a:lvl1pPr>
          </a:lstStyle>
          <a:p>
            <a:pPr marL="0" lvl="0" indent="0">
              <a:buNone/>
            </a:pPr>
            <a:r>
              <a:rPr lang="da-DK"/>
              <a:t>Lorem ipsum dolor sit amet</a:t>
            </a:r>
            <a:endParaRPr lang="en-GB"/>
          </a:p>
        </p:txBody>
      </p:sp>
      <p:sp>
        <p:nvSpPr>
          <p:cNvPr id="12" name="Text Placeholder 24">
            <a:extLst>
              <a:ext uri="{FF2B5EF4-FFF2-40B4-BE49-F238E27FC236}">
                <a16:creationId xmlns:a16="http://schemas.microsoft.com/office/drawing/2014/main" id="{5D47E480-92FD-B068-A30D-AB1FCD626A9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127809" y="4623196"/>
            <a:ext cx="3803078" cy="644587"/>
          </a:xfrm>
        </p:spPr>
        <p:txBody>
          <a:bodyPr vert="horz" lIns="0" tIns="0" rIns="0" bIns="0" rtlCol="0">
            <a:noAutofit/>
          </a:bodyPr>
          <a:lstStyle>
            <a:lvl1pPr>
              <a:buNone/>
              <a:defRPr lang="en-GB" sz="4900" spc="-121" dirty="0">
                <a:solidFill>
                  <a:schemeClr val="tx1"/>
                </a:solidFill>
                <a:latin typeface="+mj-lt"/>
                <a:ea typeface="Season Mix-TRIAL" panose="020E0504070406020203" pitchFamily="34" charset="0"/>
                <a:cs typeface="Season Mix-TRIAL" panose="020E0504070406020203" pitchFamily="34" charset="0"/>
              </a:defRPr>
            </a:lvl1pPr>
          </a:lstStyle>
          <a:p>
            <a:pPr marL="0" lvl="0" indent="0">
              <a:buNone/>
            </a:pPr>
            <a:r>
              <a:rPr lang="en-US"/>
              <a:t>XXX%</a:t>
            </a:r>
            <a:endParaRPr lang="en-GB"/>
          </a:p>
        </p:txBody>
      </p:sp>
      <p:sp>
        <p:nvSpPr>
          <p:cNvPr id="13" name="Text Placeholder 24">
            <a:extLst>
              <a:ext uri="{FF2B5EF4-FFF2-40B4-BE49-F238E27FC236}">
                <a16:creationId xmlns:a16="http://schemas.microsoft.com/office/drawing/2014/main" id="{331C8AFE-CB23-661B-7C14-586A53BBD67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127809" y="5416717"/>
            <a:ext cx="3803078" cy="218665"/>
          </a:xfrm>
        </p:spPr>
        <p:txBody>
          <a:bodyPr vert="horz" lIns="0" tIns="0" rIns="0" bIns="0" rtlCol="0">
            <a:noAutofit/>
          </a:bodyPr>
          <a:lstStyle>
            <a:lvl1pPr>
              <a:buNone/>
              <a:defRPr lang="en-GB" sz="1400" spc="-17" dirty="0">
                <a:solidFill>
                  <a:schemeClr val="tx2"/>
                </a:solidFill>
                <a:latin typeface="+mn-lt"/>
              </a:defRPr>
            </a:lvl1pPr>
          </a:lstStyle>
          <a:p>
            <a:pPr marL="0" lvl="0" indent="0">
              <a:buNone/>
            </a:pPr>
            <a:r>
              <a:rPr lang="da-DK"/>
              <a:t>Lorem ipsum dolor sit amet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495914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7EFC1-1303-072F-1268-89AE9D9D6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ADFD45-BBA2-0FD1-6247-2B24FE11A9A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Confidential</a:t>
            </a:r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A83A8C-033D-5957-3864-393DC98EAFF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41E5F93-45D3-472F-9EA1-BCB47A04FF6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75574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24.xml"/><Relationship Id="rId3" Type="http://schemas.openxmlformats.org/officeDocument/2006/relationships/slideLayout" Target="../slideLayouts/slideLayout9.xml"/><Relationship Id="rId21" Type="http://schemas.openxmlformats.org/officeDocument/2006/relationships/slideLayout" Target="../slideLayouts/slideLayout27.xml"/><Relationship Id="rId7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23.xml"/><Relationship Id="rId2" Type="http://schemas.openxmlformats.org/officeDocument/2006/relationships/slideLayout" Target="../slideLayouts/slideLayout8.xml"/><Relationship Id="rId16" Type="http://schemas.openxmlformats.org/officeDocument/2006/relationships/slideLayout" Target="../slideLayouts/slideLayout22.xml"/><Relationship Id="rId20" Type="http://schemas.openxmlformats.org/officeDocument/2006/relationships/slideLayout" Target="../slideLayouts/slideLayout26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7.xml"/><Relationship Id="rId24" Type="http://schemas.openxmlformats.org/officeDocument/2006/relationships/theme" Target="../theme/theme2.xml"/><Relationship Id="rId5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633642-E6A3-4C5F-3A36-9FEF361F5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BD7D81-BE25-A6F1-3032-60F7A1E493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26E0BC-72C0-DE90-5A98-38BAC9CA39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D36855-D560-7AF2-9CB7-00E82541DE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CFF174-0C8B-41F2-9A46-1C3276C99A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600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8317050-C30C-E74C-C1F5-1B4FC8F3DA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111" y="1389953"/>
            <a:ext cx="11673713" cy="77412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69E737-7895-43E7-91EE-24C987662C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1111" y="2335371"/>
            <a:ext cx="11673712" cy="370982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FCE6EB-5441-53CA-2FEE-EBCF971E1B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108812" y="255984"/>
            <a:ext cx="871608" cy="13398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900" spc="-39">
                <a:solidFill>
                  <a:schemeClr val="tx2"/>
                </a:solidFill>
              </a:defRPr>
            </a:lvl1pPr>
          </a:lstStyle>
          <a:p>
            <a:r>
              <a:rPr lang="en-US"/>
              <a:t>Confidential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86E8A7-6991-B8DA-83B1-EBCD0C2AD7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8119" y="255984"/>
            <a:ext cx="306703" cy="13398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lang="en-GB" sz="900" spc="-39" smtClean="0">
                <a:solidFill>
                  <a:schemeClr val="tx2"/>
                </a:solidFill>
              </a:defRPr>
            </a:lvl1pPr>
          </a:lstStyle>
          <a:p>
            <a:fld id="{F41E5F93-45D3-472F-9EA1-BCB47A04FF6B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10" name="Graphic 8">
            <a:extLst>
              <a:ext uri="{FF2B5EF4-FFF2-40B4-BE49-F238E27FC236}">
                <a16:creationId xmlns:a16="http://schemas.microsoft.com/office/drawing/2014/main" id="{D8A8E73E-4DB6-FA58-001E-2368A417CCAB}"/>
              </a:ext>
            </a:extLst>
          </p:cNvPr>
          <p:cNvGrpSpPr/>
          <p:nvPr/>
        </p:nvGrpSpPr>
        <p:grpSpPr>
          <a:xfrm>
            <a:off x="257178" y="255588"/>
            <a:ext cx="895347" cy="306976"/>
            <a:chOff x="257178" y="255588"/>
            <a:chExt cx="895347" cy="306976"/>
          </a:xfrm>
          <a:solidFill>
            <a:srgbClr val="000000"/>
          </a:solidFill>
        </p:grpSpPr>
        <p:sp>
          <p:nvSpPr>
            <p:cNvPr id="11" name="Free-form: Shape 10">
              <a:extLst>
                <a:ext uri="{FF2B5EF4-FFF2-40B4-BE49-F238E27FC236}">
                  <a16:creationId xmlns:a16="http://schemas.microsoft.com/office/drawing/2014/main" id="{3EB496F3-A661-4DBF-0232-FCB4C123B869}"/>
                </a:ext>
              </a:extLst>
            </p:cNvPr>
            <p:cNvSpPr/>
            <p:nvPr/>
          </p:nvSpPr>
          <p:spPr>
            <a:xfrm>
              <a:off x="327676" y="255588"/>
              <a:ext cx="159207" cy="192734"/>
            </a:xfrm>
            <a:custGeom>
              <a:avLst/>
              <a:gdLst>
                <a:gd name="connsiteX0" fmla="*/ 158895 w 159207"/>
                <a:gd name="connsiteY0" fmla="*/ 106567 h 192734"/>
                <a:gd name="connsiteX1" fmla="*/ 129009 w 159207"/>
                <a:gd name="connsiteY1" fmla="*/ 48240 h 192734"/>
                <a:gd name="connsiteX2" fmla="*/ 79602 w 159207"/>
                <a:gd name="connsiteY2" fmla="*/ 0 h 192734"/>
                <a:gd name="connsiteX3" fmla="*/ 53905 w 159207"/>
                <a:gd name="connsiteY3" fmla="*/ 23666 h 192734"/>
                <a:gd name="connsiteX4" fmla="*/ 30194 w 159207"/>
                <a:gd name="connsiteY4" fmla="*/ 48240 h 192734"/>
                <a:gd name="connsiteX5" fmla="*/ 308 w 159207"/>
                <a:gd name="connsiteY5" fmla="*/ 106567 h 192734"/>
                <a:gd name="connsiteX6" fmla="*/ 78866 w 159207"/>
                <a:gd name="connsiteY6" fmla="*/ 192728 h 192734"/>
                <a:gd name="connsiteX7" fmla="*/ 81251 w 159207"/>
                <a:gd name="connsiteY7" fmla="*/ 192728 h 192734"/>
                <a:gd name="connsiteX8" fmla="*/ 81699 w 159207"/>
                <a:gd name="connsiteY8" fmla="*/ 192728 h 192734"/>
                <a:gd name="connsiteX9" fmla="*/ 158900 w 159207"/>
                <a:gd name="connsiteY9" fmla="*/ 106567 h 192734"/>
                <a:gd name="connsiteX10" fmla="*/ 158895 w 159207"/>
                <a:gd name="connsiteY10" fmla="*/ 106567 h 192734"/>
                <a:gd name="connsiteX11" fmla="*/ 81308 w 159207"/>
                <a:gd name="connsiteY11" fmla="*/ 179399 h 192734"/>
                <a:gd name="connsiteX12" fmla="*/ 80063 w 159207"/>
                <a:gd name="connsiteY12" fmla="*/ 179399 h 192734"/>
                <a:gd name="connsiteX13" fmla="*/ 79140 w 159207"/>
                <a:gd name="connsiteY13" fmla="*/ 179399 h 192734"/>
                <a:gd name="connsiteX14" fmla="*/ 78866 w 159207"/>
                <a:gd name="connsiteY14" fmla="*/ 179399 h 192734"/>
                <a:gd name="connsiteX15" fmla="*/ 17138 w 159207"/>
                <a:gd name="connsiteY15" fmla="*/ 108254 h 192734"/>
                <a:gd name="connsiteX16" fmla="*/ 43900 w 159207"/>
                <a:gd name="connsiteY16" fmla="*/ 65072 h 192734"/>
                <a:gd name="connsiteX17" fmla="*/ 79606 w 159207"/>
                <a:gd name="connsiteY17" fmla="*/ 29806 h 192734"/>
                <a:gd name="connsiteX18" fmla="*/ 115304 w 159207"/>
                <a:gd name="connsiteY18" fmla="*/ 65072 h 192734"/>
                <a:gd name="connsiteX19" fmla="*/ 142069 w 159207"/>
                <a:gd name="connsiteY19" fmla="*/ 108254 h 192734"/>
                <a:gd name="connsiteX20" fmla="*/ 81312 w 159207"/>
                <a:gd name="connsiteY20" fmla="*/ 179395 h 192734"/>
                <a:gd name="connsiteX21" fmla="*/ 81308 w 159207"/>
                <a:gd name="connsiteY21" fmla="*/ 179399 h 192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59207" h="192734">
                  <a:moveTo>
                    <a:pt x="158895" y="106567"/>
                  </a:moveTo>
                  <a:cubicBezTo>
                    <a:pt x="157656" y="83945"/>
                    <a:pt x="144539" y="66206"/>
                    <a:pt x="129009" y="48240"/>
                  </a:cubicBezTo>
                  <a:cubicBezTo>
                    <a:pt x="114399" y="31347"/>
                    <a:pt x="96852" y="15678"/>
                    <a:pt x="79602" y="0"/>
                  </a:cubicBezTo>
                  <a:cubicBezTo>
                    <a:pt x="70972" y="7837"/>
                    <a:pt x="62272" y="15678"/>
                    <a:pt x="53905" y="23666"/>
                  </a:cubicBezTo>
                  <a:cubicBezTo>
                    <a:pt x="45539" y="31654"/>
                    <a:pt x="37499" y="39798"/>
                    <a:pt x="30194" y="48240"/>
                  </a:cubicBezTo>
                  <a:cubicBezTo>
                    <a:pt x="14664" y="66206"/>
                    <a:pt x="1547" y="83945"/>
                    <a:pt x="308" y="106567"/>
                  </a:cubicBezTo>
                  <a:cubicBezTo>
                    <a:pt x="-3811" y="151328"/>
                    <a:pt x="33997" y="193305"/>
                    <a:pt x="78866" y="192728"/>
                  </a:cubicBezTo>
                  <a:lnTo>
                    <a:pt x="81251" y="192728"/>
                  </a:lnTo>
                  <a:cubicBezTo>
                    <a:pt x="81402" y="192728"/>
                    <a:pt x="81548" y="192728"/>
                    <a:pt x="81699" y="192728"/>
                  </a:cubicBezTo>
                  <a:cubicBezTo>
                    <a:pt x="125974" y="192454"/>
                    <a:pt x="162977" y="150874"/>
                    <a:pt x="158900" y="106567"/>
                  </a:cubicBezTo>
                  <a:lnTo>
                    <a:pt x="158895" y="106567"/>
                  </a:lnTo>
                  <a:close/>
                  <a:moveTo>
                    <a:pt x="81308" y="179399"/>
                  </a:moveTo>
                  <a:cubicBezTo>
                    <a:pt x="80898" y="179399"/>
                    <a:pt x="80478" y="179399"/>
                    <a:pt x="80063" y="179399"/>
                  </a:cubicBezTo>
                  <a:lnTo>
                    <a:pt x="79140" y="179399"/>
                  </a:lnTo>
                  <a:cubicBezTo>
                    <a:pt x="79045" y="179399"/>
                    <a:pt x="78956" y="179399"/>
                    <a:pt x="78866" y="179399"/>
                  </a:cubicBezTo>
                  <a:cubicBezTo>
                    <a:pt x="42353" y="179518"/>
                    <a:pt x="11345" y="144512"/>
                    <a:pt x="17138" y="108254"/>
                  </a:cubicBezTo>
                  <a:cubicBezTo>
                    <a:pt x="19189" y="90355"/>
                    <a:pt x="27672" y="81652"/>
                    <a:pt x="43900" y="65072"/>
                  </a:cubicBezTo>
                  <a:cubicBezTo>
                    <a:pt x="56116" y="52589"/>
                    <a:pt x="68488" y="41963"/>
                    <a:pt x="79606" y="29806"/>
                  </a:cubicBezTo>
                  <a:cubicBezTo>
                    <a:pt x="90720" y="41968"/>
                    <a:pt x="103092" y="52593"/>
                    <a:pt x="115304" y="65072"/>
                  </a:cubicBezTo>
                  <a:cubicBezTo>
                    <a:pt x="131536" y="81658"/>
                    <a:pt x="140020" y="90359"/>
                    <a:pt x="142069" y="108254"/>
                  </a:cubicBezTo>
                  <a:cubicBezTo>
                    <a:pt x="147810" y="144186"/>
                    <a:pt x="117406" y="178899"/>
                    <a:pt x="81312" y="179395"/>
                  </a:cubicBezTo>
                  <a:lnTo>
                    <a:pt x="81308" y="179399"/>
                  </a:lnTo>
                  <a:close/>
                </a:path>
              </a:pathLst>
            </a:custGeom>
            <a:solidFill>
              <a:srgbClr val="000000"/>
            </a:solidFill>
            <a:ln w="6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-form: Shape 12">
              <a:extLst>
                <a:ext uri="{FF2B5EF4-FFF2-40B4-BE49-F238E27FC236}">
                  <a16:creationId xmlns:a16="http://schemas.microsoft.com/office/drawing/2014/main" id="{E5404865-E213-33CC-D712-771E46F7FD66}"/>
                </a:ext>
              </a:extLst>
            </p:cNvPr>
            <p:cNvSpPr/>
            <p:nvPr/>
          </p:nvSpPr>
          <p:spPr>
            <a:xfrm>
              <a:off x="380344" y="378826"/>
              <a:ext cx="177022" cy="158693"/>
            </a:xfrm>
            <a:custGeom>
              <a:avLst/>
              <a:gdLst>
                <a:gd name="connsiteX0" fmla="*/ 11643 w 177022"/>
                <a:gd name="connsiteY0" fmla="*/ 37789 h 158693"/>
                <a:gd name="connsiteX1" fmla="*/ 11416 w 177022"/>
                <a:gd name="connsiteY1" fmla="*/ 38176 h 158693"/>
                <a:gd name="connsiteX2" fmla="*/ 10224 w 177022"/>
                <a:gd name="connsiteY2" fmla="*/ 40246 h 158693"/>
                <a:gd name="connsiteX3" fmla="*/ 45346 w 177022"/>
                <a:gd name="connsiteY3" fmla="*/ 151559 h 158693"/>
                <a:gd name="connsiteX4" fmla="*/ 110657 w 177022"/>
                <a:gd name="connsiteY4" fmla="*/ 154768 h 158693"/>
                <a:gd name="connsiteX5" fmla="*/ 143738 w 177022"/>
                <a:gd name="connsiteY5" fmla="*/ 146459 h 158693"/>
                <a:gd name="connsiteX6" fmla="*/ 177022 w 177022"/>
                <a:gd name="connsiteY6" fmla="*/ 135975 h 158693"/>
                <a:gd name="connsiteX7" fmla="*/ 160069 w 177022"/>
                <a:gd name="connsiteY7" fmla="*/ 68937 h 158693"/>
                <a:gd name="connsiteX8" fmla="*/ 124645 w 177022"/>
                <a:gd name="connsiteY8" fmla="*/ 13820 h 158693"/>
                <a:gd name="connsiteX9" fmla="*/ 11643 w 177022"/>
                <a:gd name="connsiteY9" fmla="*/ 37789 h 158693"/>
                <a:gd name="connsiteX10" fmla="*/ 114771 w 177022"/>
                <a:gd name="connsiteY10" fmla="*/ 27593 h 158693"/>
                <a:gd name="connsiteX11" fmla="*/ 138681 w 177022"/>
                <a:gd name="connsiteY11" fmla="*/ 72430 h 158693"/>
                <a:gd name="connsiteX12" fmla="*/ 151288 w 177022"/>
                <a:gd name="connsiteY12" fmla="*/ 121067 h 158693"/>
                <a:gd name="connsiteX13" fmla="*/ 102978 w 177022"/>
                <a:gd name="connsiteY13" fmla="*/ 134444 h 158693"/>
                <a:gd name="connsiteX14" fmla="*/ 52308 w 177022"/>
                <a:gd name="connsiteY14" fmla="*/ 136093 h 158693"/>
                <a:gd name="connsiteX15" fmla="*/ 21733 w 177022"/>
                <a:gd name="connsiteY15" fmla="*/ 46911 h 158693"/>
                <a:gd name="connsiteX16" fmla="*/ 21875 w 177022"/>
                <a:gd name="connsiteY16" fmla="*/ 46675 h 158693"/>
                <a:gd name="connsiteX17" fmla="*/ 22336 w 177022"/>
                <a:gd name="connsiteY17" fmla="*/ 45871 h 158693"/>
                <a:gd name="connsiteX18" fmla="*/ 22959 w 177022"/>
                <a:gd name="connsiteY18" fmla="*/ 44789 h 158693"/>
                <a:gd name="connsiteX19" fmla="*/ 114771 w 177022"/>
                <a:gd name="connsiteY19" fmla="*/ 27589 h 158693"/>
                <a:gd name="connsiteX20" fmla="*/ 114771 w 177022"/>
                <a:gd name="connsiteY20" fmla="*/ 27593 h 158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77022" h="158693">
                  <a:moveTo>
                    <a:pt x="11643" y="37789"/>
                  </a:moveTo>
                  <a:cubicBezTo>
                    <a:pt x="11562" y="37917"/>
                    <a:pt x="11492" y="38044"/>
                    <a:pt x="11416" y="38176"/>
                  </a:cubicBezTo>
                  <a:lnTo>
                    <a:pt x="10224" y="40246"/>
                  </a:lnTo>
                  <a:cubicBezTo>
                    <a:pt x="-12710" y="78934"/>
                    <a:pt x="4634" y="132756"/>
                    <a:pt x="45346" y="151559"/>
                  </a:cubicBezTo>
                  <a:cubicBezTo>
                    <a:pt x="65500" y="161792"/>
                    <a:pt x="87378" y="159272"/>
                    <a:pt x="110657" y="154768"/>
                  </a:cubicBezTo>
                  <a:cubicBezTo>
                    <a:pt x="121600" y="152646"/>
                    <a:pt x="132653" y="149734"/>
                    <a:pt x="143738" y="146459"/>
                  </a:cubicBezTo>
                  <a:cubicBezTo>
                    <a:pt x="154818" y="143183"/>
                    <a:pt x="165942" y="139549"/>
                    <a:pt x="177022" y="135975"/>
                  </a:cubicBezTo>
                  <a:cubicBezTo>
                    <a:pt x="172111" y="113145"/>
                    <a:pt x="167351" y="90075"/>
                    <a:pt x="160069" y="68937"/>
                  </a:cubicBezTo>
                  <a:cubicBezTo>
                    <a:pt x="152320" y="46472"/>
                    <a:pt x="143559" y="26209"/>
                    <a:pt x="124645" y="13820"/>
                  </a:cubicBezTo>
                  <a:cubicBezTo>
                    <a:pt x="88419" y="-11874"/>
                    <a:pt x="34016" y="-525"/>
                    <a:pt x="11643" y="37789"/>
                  </a:cubicBezTo>
                  <a:close/>
                  <a:moveTo>
                    <a:pt x="114771" y="27593"/>
                  </a:moveTo>
                  <a:cubicBezTo>
                    <a:pt x="129202" y="38323"/>
                    <a:pt x="132474" y="50040"/>
                    <a:pt x="138681" y="72430"/>
                  </a:cubicBezTo>
                  <a:cubicBezTo>
                    <a:pt x="143352" y="89276"/>
                    <a:pt x="146339" y="105337"/>
                    <a:pt x="151288" y="121067"/>
                  </a:cubicBezTo>
                  <a:cubicBezTo>
                    <a:pt x="135226" y="124640"/>
                    <a:pt x="119866" y="130076"/>
                    <a:pt x="102978" y="134444"/>
                  </a:cubicBezTo>
                  <a:cubicBezTo>
                    <a:pt x="80544" y="140243"/>
                    <a:pt x="68790" y="143259"/>
                    <a:pt x="52308" y="136093"/>
                  </a:cubicBezTo>
                  <a:cubicBezTo>
                    <a:pt x="18099" y="122996"/>
                    <a:pt x="3376" y="78561"/>
                    <a:pt x="21733" y="46911"/>
                  </a:cubicBezTo>
                  <a:cubicBezTo>
                    <a:pt x="21776" y="46835"/>
                    <a:pt x="21823" y="46755"/>
                    <a:pt x="21875" y="46675"/>
                  </a:cubicBezTo>
                  <a:lnTo>
                    <a:pt x="22336" y="45871"/>
                  </a:lnTo>
                  <a:cubicBezTo>
                    <a:pt x="22539" y="45507"/>
                    <a:pt x="22747" y="45148"/>
                    <a:pt x="22959" y="44789"/>
                  </a:cubicBezTo>
                  <a:cubicBezTo>
                    <a:pt x="41434" y="13692"/>
                    <a:pt x="86610" y="4636"/>
                    <a:pt x="114771" y="27589"/>
                  </a:cubicBezTo>
                  <a:lnTo>
                    <a:pt x="114771" y="27593"/>
                  </a:lnTo>
                  <a:close/>
                </a:path>
              </a:pathLst>
            </a:custGeom>
            <a:solidFill>
              <a:srgbClr val="000000"/>
            </a:solidFill>
            <a:ln w="6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" name="Free-form: Shape 13">
              <a:extLst>
                <a:ext uri="{FF2B5EF4-FFF2-40B4-BE49-F238E27FC236}">
                  <a16:creationId xmlns:a16="http://schemas.microsoft.com/office/drawing/2014/main" id="{36CFE573-0387-CB48-F17A-213B6C9CA169}"/>
                </a:ext>
              </a:extLst>
            </p:cNvPr>
            <p:cNvSpPr/>
            <p:nvPr/>
          </p:nvSpPr>
          <p:spPr>
            <a:xfrm>
              <a:off x="257178" y="378821"/>
              <a:ext cx="177022" cy="158699"/>
            </a:xfrm>
            <a:custGeom>
              <a:avLst/>
              <a:gdLst>
                <a:gd name="connsiteX0" fmla="*/ 52377 w 177022"/>
                <a:gd name="connsiteY0" fmla="*/ 13825 h 158699"/>
                <a:gd name="connsiteX1" fmla="*/ 16953 w 177022"/>
                <a:gd name="connsiteY1" fmla="*/ 68942 h 158699"/>
                <a:gd name="connsiteX2" fmla="*/ 0 w 177022"/>
                <a:gd name="connsiteY2" fmla="*/ 135975 h 158699"/>
                <a:gd name="connsiteX3" fmla="*/ 33284 w 177022"/>
                <a:gd name="connsiteY3" fmla="*/ 146464 h 158699"/>
                <a:gd name="connsiteX4" fmla="*/ 66366 w 177022"/>
                <a:gd name="connsiteY4" fmla="*/ 154773 h 158699"/>
                <a:gd name="connsiteX5" fmla="*/ 131676 w 177022"/>
                <a:gd name="connsiteY5" fmla="*/ 151564 h 158699"/>
                <a:gd name="connsiteX6" fmla="*/ 166798 w 177022"/>
                <a:gd name="connsiteY6" fmla="*/ 40251 h 158699"/>
                <a:gd name="connsiteX7" fmla="*/ 165606 w 177022"/>
                <a:gd name="connsiteY7" fmla="*/ 38177 h 158699"/>
                <a:gd name="connsiteX8" fmla="*/ 165380 w 177022"/>
                <a:gd name="connsiteY8" fmla="*/ 37789 h 158699"/>
                <a:gd name="connsiteX9" fmla="*/ 52377 w 177022"/>
                <a:gd name="connsiteY9" fmla="*/ 13820 h 158699"/>
                <a:gd name="connsiteX10" fmla="*/ 52377 w 177022"/>
                <a:gd name="connsiteY10" fmla="*/ 13825 h 158699"/>
                <a:gd name="connsiteX11" fmla="*/ 154068 w 177022"/>
                <a:gd name="connsiteY11" fmla="*/ 44798 h 158699"/>
                <a:gd name="connsiteX12" fmla="*/ 154690 w 177022"/>
                <a:gd name="connsiteY12" fmla="*/ 45881 h 158699"/>
                <a:gd name="connsiteX13" fmla="*/ 155152 w 177022"/>
                <a:gd name="connsiteY13" fmla="*/ 46684 h 158699"/>
                <a:gd name="connsiteX14" fmla="*/ 155293 w 177022"/>
                <a:gd name="connsiteY14" fmla="*/ 46921 h 158699"/>
                <a:gd name="connsiteX15" fmla="*/ 124719 w 177022"/>
                <a:gd name="connsiteY15" fmla="*/ 136102 h 158699"/>
                <a:gd name="connsiteX16" fmla="*/ 74048 w 177022"/>
                <a:gd name="connsiteY16" fmla="*/ 134453 h 158699"/>
                <a:gd name="connsiteX17" fmla="*/ 25738 w 177022"/>
                <a:gd name="connsiteY17" fmla="*/ 121077 h 158699"/>
                <a:gd name="connsiteX18" fmla="*/ 38346 w 177022"/>
                <a:gd name="connsiteY18" fmla="*/ 72440 h 158699"/>
                <a:gd name="connsiteX19" fmla="*/ 62256 w 177022"/>
                <a:gd name="connsiteY19" fmla="*/ 27603 h 158699"/>
                <a:gd name="connsiteX20" fmla="*/ 154068 w 177022"/>
                <a:gd name="connsiteY20" fmla="*/ 44803 h 158699"/>
                <a:gd name="connsiteX21" fmla="*/ 154068 w 177022"/>
                <a:gd name="connsiteY21" fmla="*/ 44798 h 158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77022" h="158699">
                  <a:moveTo>
                    <a:pt x="52377" y="13825"/>
                  </a:moveTo>
                  <a:cubicBezTo>
                    <a:pt x="33463" y="26213"/>
                    <a:pt x="24702" y="46476"/>
                    <a:pt x="16953" y="68942"/>
                  </a:cubicBezTo>
                  <a:cubicBezTo>
                    <a:pt x="9671" y="90080"/>
                    <a:pt x="4911" y="113150"/>
                    <a:pt x="0" y="135975"/>
                  </a:cubicBezTo>
                  <a:cubicBezTo>
                    <a:pt x="11081" y="139553"/>
                    <a:pt x="22204" y="143188"/>
                    <a:pt x="33284" y="146464"/>
                  </a:cubicBezTo>
                  <a:cubicBezTo>
                    <a:pt x="44365" y="149739"/>
                    <a:pt x="55417" y="152650"/>
                    <a:pt x="66366" y="154773"/>
                  </a:cubicBezTo>
                  <a:cubicBezTo>
                    <a:pt x="89644" y="159277"/>
                    <a:pt x="111518" y="161801"/>
                    <a:pt x="131676" y="151564"/>
                  </a:cubicBezTo>
                  <a:cubicBezTo>
                    <a:pt x="172388" y="132761"/>
                    <a:pt x="189732" y="78934"/>
                    <a:pt x="166798" y="40251"/>
                  </a:cubicBezTo>
                  <a:lnTo>
                    <a:pt x="165606" y="38177"/>
                  </a:lnTo>
                  <a:cubicBezTo>
                    <a:pt x="165530" y="38044"/>
                    <a:pt x="165459" y="37916"/>
                    <a:pt x="165380" y="37789"/>
                  </a:cubicBezTo>
                  <a:cubicBezTo>
                    <a:pt x="143006" y="-525"/>
                    <a:pt x="88598" y="-11874"/>
                    <a:pt x="52377" y="13820"/>
                  </a:cubicBezTo>
                  <a:lnTo>
                    <a:pt x="52377" y="13825"/>
                  </a:lnTo>
                  <a:close/>
                  <a:moveTo>
                    <a:pt x="154068" y="44798"/>
                  </a:moveTo>
                  <a:cubicBezTo>
                    <a:pt x="154275" y="45153"/>
                    <a:pt x="154488" y="45517"/>
                    <a:pt x="154690" y="45881"/>
                  </a:cubicBezTo>
                  <a:lnTo>
                    <a:pt x="155152" y="46684"/>
                  </a:lnTo>
                  <a:cubicBezTo>
                    <a:pt x="155204" y="46765"/>
                    <a:pt x="155251" y="46845"/>
                    <a:pt x="155293" y="46921"/>
                  </a:cubicBezTo>
                  <a:cubicBezTo>
                    <a:pt x="173651" y="78570"/>
                    <a:pt x="158927" y="123005"/>
                    <a:pt x="124719" y="136102"/>
                  </a:cubicBezTo>
                  <a:cubicBezTo>
                    <a:pt x="108237" y="143273"/>
                    <a:pt x="96483" y="140258"/>
                    <a:pt x="74048" y="134453"/>
                  </a:cubicBezTo>
                  <a:cubicBezTo>
                    <a:pt x="57161" y="130086"/>
                    <a:pt x="41801" y="124650"/>
                    <a:pt x="25738" y="121077"/>
                  </a:cubicBezTo>
                  <a:cubicBezTo>
                    <a:pt x="30683" y="105347"/>
                    <a:pt x="33671" y="89285"/>
                    <a:pt x="38346" y="72440"/>
                  </a:cubicBezTo>
                  <a:cubicBezTo>
                    <a:pt x="44553" y="50049"/>
                    <a:pt x="47824" y="38333"/>
                    <a:pt x="62256" y="27603"/>
                  </a:cubicBezTo>
                  <a:cubicBezTo>
                    <a:pt x="90417" y="4650"/>
                    <a:pt x="135593" y="13702"/>
                    <a:pt x="154068" y="44803"/>
                  </a:cubicBezTo>
                  <a:lnTo>
                    <a:pt x="154068" y="44798"/>
                  </a:lnTo>
                  <a:close/>
                </a:path>
              </a:pathLst>
            </a:custGeom>
            <a:solidFill>
              <a:srgbClr val="000000"/>
            </a:solidFill>
            <a:ln w="6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Free-form: Shape 14">
              <a:extLst>
                <a:ext uri="{FF2B5EF4-FFF2-40B4-BE49-F238E27FC236}">
                  <a16:creationId xmlns:a16="http://schemas.microsoft.com/office/drawing/2014/main" id="{7BB9D01A-1C1B-7B67-291A-A8524BBF96BB}"/>
                </a:ext>
              </a:extLst>
            </p:cNvPr>
            <p:cNvSpPr/>
            <p:nvPr/>
          </p:nvSpPr>
          <p:spPr>
            <a:xfrm>
              <a:off x="392123" y="462596"/>
              <a:ext cx="984" cy="4"/>
            </a:xfrm>
            <a:custGeom>
              <a:avLst/>
              <a:gdLst>
                <a:gd name="connsiteX0" fmla="*/ 985 w 984"/>
                <a:gd name="connsiteY0" fmla="*/ 4 h 4"/>
                <a:gd name="connsiteX1" fmla="*/ 0 w 984"/>
                <a:gd name="connsiteY1" fmla="*/ 4 h 4"/>
                <a:gd name="connsiteX2" fmla="*/ 490 w 984"/>
                <a:gd name="connsiteY2" fmla="*/ 0 h 4"/>
                <a:gd name="connsiteX3" fmla="*/ 985 w 984"/>
                <a:gd name="connsiteY3" fmla="*/ 4 h 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4" h="4">
                  <a:moveTo>
                    <a:pt x="985" y="4"/>
                  </a:moveTo>
                  <a:lnTo>
                    <a:pt x="0" y="4"/>
                  </a:lnTo>
                  <a:cubicBezTo>
                    <a:pt x="160" y="4"/>
                    <a:pt x="325" y="0"/>
                    <a:pt x="490" y="0"/>
                  </a:cubicBezTo>
                  <a:cubicBezTo>
                    <a:pt x="655" y="4"/>
                    <a:pt x="820" y="4"/>
                    <a:pt x="985" y="4"/>
                  </a:cubicBezTo>
                  <a:close/>
                </a:path>
              </a:pathLst>
            </a:custGeom>
            <a:solidFill>
              <a:srgbClr val="000000"/>
            </a:solidFill>
            <a:ln w="6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" name="Free-form: Shape 15">
              <a:extLst>
                <a:ext uri="{FF2B5EF4-FFF2-40B4-BE49-F238E27FC236}">
                  <a16:creationId xmlns:a16="http://schemas.microsoft.com/office/drawing/2014/main" id="{3403EE07-5ED7-8C84-947B-7AE4F4EF6F56}"/>
                </a:ext>
              </a:extLst>
            </p:cNvPr>
            <p:cNvSpPr/>
            <p:nvPr/>
          </p:nvSpPr>
          <p:spPr>
            <a:xfrm>
              <a:off x="603750" y="307231"/>
              <a:ext cx="139631" cy="203888"/>
            </a:xfrm>
            <a:custGeom>
              <a:avLst/>
              <a:gdLst>
                <a:gd name="connsiteX0" fmla="*/ 26064 w 139631"/>
                <a:gd name="connsiteY0" fmla="*/ 191362 h 203888"/>
                <a:gd name="connsiteX1" fmla="*/ 0 w 139631"/>
                <a:gd name="connsiteY1" fmla="*/ 159032 h 203888"/>
                <a:gd name="connsiteX2" fmla="*/ 15092 w 139631"/>
                <a:gd name="connsiteY2" fmla="*/ 142248 h 203888"/>
                <a:gd name="connsiteX3" fmla="*/ 17288 w 139631"/>
                <a:gd name="connsiteY3" fmla="*/ 142522 h 203888"/>
                <a:gd name="connsiteX4" fmla="*/ 35942 w 139631"/>
                <a:gd name="connsiteY4" fmla="*/ 177329 h 203888"/>
                <a:gd name="connsiteX5" fmla="*/ 71612 w 139631"/>
                <a:gd name="connsiteY5" fmla="*/ 190398 h 203888"/>
                <a:gd name="connsiteX6" fmla="*/ 105768 w 139631"/>
                <a:gd name="connsiteY6" fmla="*/ 179669 h 203888"/>
                <a:gd name="connsiteX7" fmla="*/ 118800 w 139631"/>
                <a:gd name="connsiteY7" fmla="*/ 151054 h 203888"/>
                <a:gd name="connsiteX8" fmla="*/ 110156 w 139631"/>
                <a:gd name="connsiteY8" fmla="*/ 126017 h 203888"/>
                <a:gd name="connsiteX9" fmla="*/ 84502 w 139631"/>
                <a:gd name="connsiteY9" fmla="*/ 111161 h 203888"/>
                <a:gd name="connsiteX10" fmla="*/ 53773 w 139631"/>
                <a:gd name="connsiteY10" fmla="*/ 101807 h 203888"/>
                <a:gd name="connsiteX11" fmla="*/ 19475 w 139631"/>
                <a:gd name="connsiteY11" fmla="*/ 82546 h 203888"/>
                <a:gd name="connsiteX12" fmla="*/ 7678 w 139631"/>
                <a:gd name="connsiteY12" fmla="*/ 51180 h 203888"/>
                <a:gd name="connsiteX13" fmla="*/ 15770 w 139631"/>
                <a:gd name="connsiteY13" fmla="*/ 24215 h 203888"/>
                <a:gd name="connsiteX14" fmla="*/ 38130 w 139631"/>
                <a:gd name="connsiteY14" fmla="*/ 6329 h 203888"/>
                <a:gd name="connsiteX15" fmla="*/ 70777 w 139631"/>
                <a:gd name="connsiteY15" fmla="*/ 0 h 203888"/>
                <a:gd name="connsiteX16" fmla="*/ 110971 w 139631"/>
                <a:gd name="connsiteY16" fmla="*/ 10181 h 203888"/>
                <a:gd name="connsiteX17" fmla="*/ 134702 w 139631"/>
                <a:gd name="connsiteY17" fmla="*/ 36872 h 203888"/>
                <a:gd name="connsiteX18" fmla="*/ 120982 w 139631"/>
                <a:gd name="connsiteY18" fmla="*/ 53382 h 203888"/>
                <a:gd name="connsiteX19" fmla="*/ 118786 w 139631"/>
                <a:gd name="connsiteY19" fmla="*/ 53108 h 203888"/>
                <a:gd name="connsiteX20" fmla="*/ 101912 w 139631"/>
                <a:gd name="connsiteY20" fmla="*/ 24082 h 203888"/>
                <a:gd name="connsiteX21" fmla="*/ 70773 w 139631"/>
                <a:gd name="connsiteY21" fmla="*/ 13490 h 203888"/>
                <a:gd name="connsiteX22" fmla="*/ 39496 w 139631"/>
                <a:gd name="connsiteY22" fmla="*/ 22707 h 203888"/>
                <a:gd name="connsiteX23" fmla="*/ 27699 w 139631"/>
                <a:gd name="connsiteY23" fmla="*/ 47333 h 203888"/>
                <a:gd name="connsiteX24" fmla="*/ 35928 w 139631"/>
                <a:gd name="connsiteY24" fmla="*/ 68243 h 203888"/>
                <a:gd name="connsiteX25" fmla="*/ 60621 w 139631"/>
                <a:gd name="connsiteY25" fmla="*/ 81175 h 203888"/>
                <a:gd name="connsiteX26" fmla="*/ 92170 w 139631"/>
                <a:gd name="connsiteY26" fmla="*/ 91082 h 203888"/>
                <a:gd name="connsiteX27" fmla="*/ 127425 w 139631"/>
                <a:gd name="connsiteY27" fmla="*/ 111856 h 203888"/>
                <a:gd name="connsiteX28" fmla="*/ 139632 w 139631"/>
                <a:gd name="connsiteY28" fmla="*/ 147211 h 203888"/>
                <a:gd name="connsiteX29" fmla="*/ 130988 w 139631"/>
                <a:gd name="connsiteY29" fmla="*/ 176790 h 203888"/>
                <a:gd name="connsiteX30" fmla="*/ 106706 w 139631"/>
                <a:gd name="connsiteY30" fmla="*/ 196736 h 203888"/>
                <a:gd name="connsiteX31" fmla="*/ 71314 w 139631"/>
                <a:gd name="connsiteY31" fmla="*/ 203888 h 203888"/>
                <a:gd name="connsiteX32" fmla="*/ 26045 w 139631"/>
                <a:gd name="connsiteY32" fmla="*/ 191367 h 203888"/>
                <a:gd name="connsiteX33" fmla="*/ 26064 w 139631"/>
                <a:gd name="connsiteY33" fmla="*/ 191362 h 20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39631" h="203888">
                  <a:moveTo>
                    <a:pt x="26064" y="191362"/>
                  </a:moveTo>
                  <a:cubicBezTo>
                    <a:pt x="12711" y="183015"/>
                    <a:pt x="4020" y="172238"/>
                    <a:pt x="0" y="159032"/>
                  </a:cubicBezTo>
                  <a:lnTo>
                    <a:pt x="15092" y="142248"/>
                  </a:lnTo>
                  <a:lnTo>
                    <a:pt x="17288" y="142522"/>
                  </a:lnTo>
                  <a:cubicBezTo>
                    <a:pt x="19663" y="157014"/>
                    <a:pt x="25884" y="168618"/>
                    <a:pt x="35942" y="177329"/>
                  </a:cubicBezTo>
                  <a:cubicBezTo>
                    <a:pt x="46000" y="186045"/>
                    <a:pt x="57892" y="190398"/>
                    <a:pt x="71612" y="190398"/>
                  </a:cubicBezTo>
                  <a:cubicBezTo>
                    <a:pt x="85332" y="190398"/>
                    <a:pt x="97081" y="186820"/>
                    <a:pt x="105768" y="179669"/>
                  </a:cubicBezTo>
                  <a:cubicBezTo>
                    <a:pt x="114454" y="172513"/>
                    <a:pt x="118800" y="162979"/>
                    <a:pt x="118800" y="151054"/>
                  </a:cubicBezTo>
                  <a:cubicBezTo>
                    <a:pt x="118800" y="140783"/>
                    <a:pt x="115920" y="132440"/>
                    <a:pt x="110156" y="126017"/>
                  </a:cubicBezTo>
                  <a:cubicBezTo>
                    <a:pt x="104396" y="119598"/>
                    <a:pt x="95842" y="114645"/>
                    <a:pt x="84502" y="111161"/>
                  </a:cubicBezTo>
                  <a:lnTo>
                    <a:pt x="53773" y="101807"/>
                  </a:lnTo>
                  <a:cubicBezTo>
                    <a:pt x="38770" y="97038"/>
                    <a:pt x="27341" y="90619"/>
                    <a:pt x="19475" y="82546"/>
                  </a:cubicBezTo>
                  <a:cubicBezTo>
                    <a:pt x="11609" y="74477"/>
                    <a:pt x="7678" y="64022"/>
                    <a:pt x="7678" y="51180"/>
                  </a:cubicBezTo>
                  <a:cubicBezTo>
                    <a:pt x="7678" y="40909"/>
                    <a:pt x="10374" y="31919"/>
                    <a:pt x="15770" y="24215"/>
                  </a:cubicBezTo>
                  <a:cubicBezTo>
                    <a:pt x="21162" y="16510"/>
                    <a:pt x="28619" y="10550"/>
                    <a:pt x="38130" y="6329"/>
                  </a:cubicBezTo>
                  <a:cubicBezTo>
                    <a:pt x="47636" y="2113"/>
                    <a:pt x="58523" y="0"/>
                    <a:pt x="70777" y="0"/>
                  </a:cubicBezTo>
                  <a:cubicBezTo>
                    <a:pt x="85775" y="0"/>
                    <a:pt x="99174" y="3398"/>
                    <a:pt x="110971" y="10181"/>
                  </a:cubicBezTo>
                  <a:cubicBezTo>
                    <a:pt x="122768" y="16969"/>
                    <a:pt x="130677" y="25864"/>
                    <a:pt x="134702" y="36872"/>
                  </a:cubicBezTo>
                  <a:lnTo>
                    <a:pt x="120982" y="53382"/>
                  </a:lnTo>
                  <a:lnTo>
                    <a:pt x="118786" y="53108"/>
                  </a:lnTo>
                  <a:cubicBezTo>
                    <a:pt x="116042" y="40819"/>
                    <a:pt x="110419" y="31144"/>
                    <a:pt x="101912" y="24082"/>
                  </a:cubicBezTo>
                  <a:cubicBezTo>
                    <a:pt x="93405" y="17021"/>
                    <a:pt x="83022" y="13490"/>
                    <a:pt x="70773" y="13490"/>
                  </a:cubicBezTo>
                  <a:cubicBezTo>
                    <a:pt x="57783" y="13490"/>
                    <a:pt x="47357" y="16562"/>
                    <a:pt x="39496" y="22707"/>
                  </a:cubicBezTo>
                  <a:cubicBezTo>
                    <a:pt x="31630" y="28856"/>
                    <a:pt x="27699" y="37062"/>
                    <a:pt x="27699" y="47333"/>
                  </a:cubicBezTo>
                  <a:cubicBezTo>
                    <a:pt x="27699" y="55959"/>
                    <a:pt x="30442" y="62926"/>
                    <a:pt x="35928" y="68243"/>
                  </a:cubicBezTo>
                  <a:cubicBezTo>
                    <a:pt x="41414" y="73566"/>
                    <a:pt x="49648" y="77871"/>
                    <a:pt x="60621" y="81175"/>
                  </a:cubicBezTo>
                  <a:lnTo>
                    <a:pt x="92170" y="91082"/>
                  </a:lnTo>
                  <a:cubicBezTo>
                    <a:pt x="107535" y="95856"/>
                    <a:pt x="119285" y="102776"/>
                    <a:pt x="127425" y="111856"/>
                  </a:cubicBezTo>
                  <a:cubicBezTo>
                    <a:pt x="135559" y="120936"/>
                    <a:pt x="139632" y="132724"/>
                    <a:pt x="139632" y="147211"/>
                  </a:cubicBezTo>
                  <a:cubicBezTo>
                    <a:pt x="139632" y="158403"/>
                    <a:pt x="136752" y="168259"/>
                    <a:pt x="130988" y="176790"/>
                  </a:cubicBezTo>
                  <a:cubicBezTo>
                    <a:pt x="125224" y="185322"/>
                    <a:pt x="117131" y="191972"/>
                    <a:pt x="106706" y="196736"/>
                  </a:cubicBezTo>
                  <a:cubicBezTo>
                    <a:pt x="96280" y="201506"/>
                    <a:pt x="84483" y="203888"/>
                    <a:pt x="71314" y="203888"/>
                  </a:cubicBezTo>
                  <a:cubicBezTo>
                    <a:pt x="54484" y="203888"/>
                    <a:pt x="39393" y="199719"/>
                    <a:pt x="26045" y="191367"/>
                  </a:cubicBezTo>
                  <a:lnTo>
                    <a:pt x="26064" y="191362"/>
                  </a:lnTo>
                  <a:close/>
                </a:path>
              </a:pathLst>
            </a:custGeom>
            <a:solidFill>
              <a:srgbClr val="000000"/>
            </a:solidFill>
            <a:ln w="6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" name="Free-form: Shape 16">
              <a:extLst>
                <a:ext uri="{FF2B5EF4-FFF2-40B4-BE49-F238E27FC236}">
                  <a16:creationId xmlns:a16="http://schemas.microsoft.com/office/drawing/2014/main" id="{32F9F18C-FA01-2F12-DDEF-7C2431B88C17}"/>
                </a:ext>
              </a:extLst>
            </p:cNvPr>
            <p:cNvSpPr/>
            <p:nvPr/>
          </p:nvSpPr>
          <p:spPr>
            <a:xfrm>
              <a:off x="753597" y="362822"/>
              <a:ext cx="128404" cy="148293"/>
            </a:xfrm>
            <a:custGeom>
              <a:avLst/>
              <a:gdLst>
                <a:gd name="connsiteX0" fmla="*/ 27713 w 128404"/>
                <a:gd name="connsiteY0" fmla="*/ 104128 h 148293"/>
                <a:gd name="connsiteX1" fmla="*/ 45821 w 128404"/>
                <a:gd name="connsiteY1" fmla="*/ 125038 h 148293"/>
                <a:gd name="connsiteX2" fmla="*/ 71338 w 128404"/>
                <a:gd name="connsiteY2" fmla="*/ 132332 h 148293"/>
                <a:gd name="connsiteX3" fmla="*/ 117154 w 128404"/>
                <a:gd name="connsiteY3" fmla="*/ 97388 h 148293"/>
                <a:gd name="connsiteX4" fmla="*/ 128405 w 128404"/>
                <a:gd name="connsiteY4" fmla="*/ 100966 h 148293"/>
                <a:gd name="connsiteX5" fmla="*/ 106865 w 128404"/>
                <a:gd name="connsiteY5" fmla="*/ 135499 h 148293"/>
                <a:gd name="connsiteX6" fmla="*/ 67770 w 128404"/>
                <a:gd name="connsiteY6" fmla="*/ 148293 h 148293"/>
                <a:gd name="connsiteX7" fmla="*/ 32516 w 128404"/>
                <a:gd name="connsiteY7" fmla="*/ 138665 h 148293"/>
                <a:gd name="connsiteX8" fmla="*/ 8507 w 128404"/>
                <a:gd name="connsiteY8" fmla="*/ 112115 h 148293"/>
                <a:gd name="connsiteX9" fmla="*/ 0 w 128404"/>
                <a:gd name="connsiteY9" fmla="*/ 74009 h 148293"/>
                <a:gd name="connsiteX10" fmla="*/ 8229 w 128404"/>
                <a:gd name="connsiteY10" fmla="*/ 36178 h 148293"/>
                <a:gd name="connsiteX11" fmla="*/ 31413 w 128404"/>
                <a:gd name="connsiteY11" fmla="*/ 9628 h 148293"/>
                <a:gd name="connsiteX12" fmla="*/ 66121 w 128404"/>
                <a:gd name="connsiteY12" fmla="*/ 0 h 148293"/>
                <a:gd name="connsiteX13" fmla="*/ 102199 w 128404"/>
                <a:gd name="connsiteY13" fmla="*/ 10044 h 148293"/>
                <a:gd name="connsiteX14" fmla="*/ 122230 w 128404"/>
                <a:gd name="connsiteY14" fmla="*/ 36182 h 148293"/>
                <a:gd name="connsiteX15" fmla="*/ 127033 w 128404"/>
                <a:gd name="connsiteY15" fmla="*/ 70436 h 148293"/>
                <a:gd name="connsiteX16" fmla="*/ 21129 w 128404"/>
                <a:gd name="connsiteY16" fmla="*/ 70436 h 148293"/>
                <a:gd name="connsiteX17" fmla="*/ 21129 w 128404"/>
                <a:gd name="connsiteY17" fmla="*/ 72360 h 148293"/>
                <a:gd name="connsiteX18" fmla="*/ 27713 w 128404"/>
                <a:gd name="connsiteY18" fmla="*/ 104142 h 148293"/>
                <a:gd name="connsiteX19" fmla="*/ 27713 w 128404"/>
                <a:gd name="connsiteY19" fmla="*/ 104128 h 148293"/>
                <a:gd name="connsiteX20" fmla="*/ 105909 w 128404"/>
                <a:gd name="connsiteY20" fmla="*/ 58865 h 148293"/>
                <a:gd name="connsiteX21" fmla="*/ 94386 w 128404"/>
                <a:gd name="connsiteY21" fmla="*/ 25297 h 148293"/>
                <a:gd name="connsiteX22" fmla="*/ 66125 w 128404"/>
                <a:gd name="connsiteY22" fmla="*/ 11817 h 148293"/>
                <a:gd name="connsiteX23" fmla="*/ 36904 w 128404"/>
                <a:gd name="connsiteY23" fmla="*/ 25022 h 148293"/>
                <a:gd name="connsiteX24" fmla="*/ 22227 w 128404"/>
                <a:gd name="connsiteY24" fmla="*/ 58865 h 148293"/>
                <a:gd name="connsiteX25" fmla="*/ 105909 w 128404"/>
                <a:gd name="connsiteY25" fmla="*/ 58865 h 148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28404" h="148293">
                  <a:moveTo>
                    <a:pt x="27713" y="104128"/>
                  </a:moveTo>
                  <a:cubicBezTo>
                    <a:pt x="32101" y="113208"/>
                    <a:pt x="38139" y="120179"/>
                    <a:pt x="45821" y="125038"/>
                  </a:cubicBezTo>
                  <a:cubicBezTo>
                    <a:pt x="53503" y="129902"/>
                    <a:pt x="62010" y="132332"/>
                    <a:pt x="71338" y="132332"/>
                  </a:cubicBezTo>
                  <a:cubicBezTo>
                    <a:pt x="93834" y="132332"/>
                    <a:pt x="109104" y="120685"/>
                    <a:pt x="117154" y="97388"/>
                  </a:cubicBezTo>
                  <a:lnTo>
                    <a:pt x="128405" y="100966"/>
                  </a:lnTo>
                  <a:cubicBezTo>
                    <a:pt x="124742" y="115458"/>
                    <a:pt x="117569" y="126967"/>
                    <a:pt x="106865" y="135499"/>
                  </a:cubicBezTo>
                  <a:cubicBezTo>
                    <a:pt x="96167" y="144025"/>
                    <a:pt x="83135" y="148293"/>
                    <a:pt x="67770" y="148293"/>
                  </a:cubicBezTo>
                  <a:cubicBezTo>
                    <a:pt x="54601" y="148293"/>
                    <a:pt x="42847" y="145084"/>
                    <a:pt x="32516" y="138665"/>
                  </a:cubicBezTo>
                  <a:cubicBezTo>
                    <a:pt x="22180" y="132247"/>
                    <a:pt x="14177" y="123393"/>
                    <a:pt x="8507" y="112115"/>
                  </a:cubicBezTo>
                  <a:cubicBezTo>
                    <a:pt x="2837" y="100833"/>
                    <a:pt x="0" y="88133"/>
                    <a:pt x="0" y="74009"/>
                  </a:cubicBezTo>
                  <a:cubicBezTo>
                    <a:pt x="0" y="59887"/>
                    <a:pt x="2743" y="47460"/>
                    <a:pt x="8229" y="36178"/>
                  </a:cubicBezTo>
                  <a:cubicBezTo>
                    <a:pt x="13715" y="24895"/>
                    <a:pt x="21440" y="16047"/>
                    <a:pt x="31413" y="9628"/>
                  </a:cubicBezTo>
                  <a:cubicBezTo>
                    <a:pt x="41381" y="3209"/>
                    <a:pt x="52952" y="0"/>
                    <a:pt x="66121" y="0"/>
                  </a:cubicBezTo>
                  <a:cubicBezTo>
                    <a:pt x="80750" y="0"/>
                    <a:pt x="92778" y="3351"/>
                    <a:pt x="102199" y="10044"/>
                  </a:cubicBezTo>
                  <a:cubicBezTo>
                    <a:pt x="111616" y="16742"/>
                    <a:pt x="118295" y="25453"/>
                    <a:pt x="122230" y="36182"/>
                  </a:cubicBezTo>
                  <a:cubicBezTo>
                    <a:pt x="126161" y="46912"/>
                    <a:pt x="127759" y="58331"/>
                    <a:pt x="127033" y="70436"/>
                  </a:cubicBezTo>
                  <a:lnTo>
                    <a:pt x="21129" y="70436"/>
                  </a:lnTo>
                  <a:lnTo>
                    <a:pt x="21129" y="72360"/>
                  </a:lnTo>
                  <a:cubicBezTo>
                    <a:pt x="21129" y="84465"/>
                    <a:pt x="23325" y="95062"/>
                    <a:pt x="27713" y="104142"/>
                  </a:cubicBezTo>
                  <a:lnTo>
                    <a:pt x="27713" y="104128"/>
                  </a:lnTo>
                  <a:close/>
                  <a:moveTo>
                    <a:pt x="105909" y="58865"/>
                  </a:moveTo>
                  <a:cubicBezTo>
                    <a:pt x="105362" y="45480"/>
                    <a:pt x="101521" y="34287"/>
                    <a:pt x="94386" y="25297"/>
                  </a:cubicBezTo>
                  <a:cubicBezTo>
                    <a:pt x="87254" y="16311"/>
                    <a:pt x="77828" y="11817"/>
                    <a:pt x="66125" y="11817"/>
                  </a:cubicBezTo>
                  <a:cubicBezTo>
                    <a:pt x="54422" y="11817"/>
                    <a:pt x="44680" y="16217"/>
                    <a:pt x="36904" y="25022"/>
                  </a:cubicBezTo>
                  <a:cubicBezTo>
                    <a:pt x="29127" y="33828"/>
                    <a:pt x="24235" y="45106"/>
                    <a:pt x="22227" y="58865"/>
                  </a:cubicBezTo>
                  <a:lnTo>
                    <a:pt x="105909" y="58865"/>
                  </a:lnTo>
                  <a:close/>
                </a:path>
              </a:pathLst>
            </a:custGeom>
            <a:solidFill>
              <a:srgbClr val="000000"/>
            </a:solidFill>
            <a:ln w="6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" name="Free-form: Shape 17">
              <a:extLst>
                <a:ext uri="{FF2B5EF4-FFF2-40B4-BE49-F238E27FC236}">
                  <a16:creationId xmlns:a16="http://schemas.microsoft.com/office/drawing/2014/main" id="{78A5A8A2-DE91-8B1C-6FF3-41BEF31A4D88}"/>
                </a:ext>
              </a:extLst>
            </p:cNvPr>
            <p:cNvSpPr/>
            <p:nvPr/>
          </p:nvSpPr>
          <p:spPr>
            <a:xfrm>
              <a:off x="885962" y="362801"/>
              <a:ext cx="133622" cy="199762"/>
            </a:xfrm>
            <a:custGeom>
              <a:avLst/>
              <a:gdLst>
                <a:gd name="connsiteX0" fmla="*/ 17144 w 133622"/>
                <a:gd name="connsiteY0" fmla="*/ 190408 h 199762"/>
                <a:gd name="connsiteX1" fmla="*/ 0 w 133622"/>
                <a:gd name="connsiteY1" fmla="*/ 162067 h 199762"/>
                <a:gd name="connsiteX2" fmla="*/ 5901 w 133622"/>
                <a:gd name="connsiteY2" fmla="*/ 144734 h 199762"/>
                <a:gd name="connsiteX3" fmla="*/ 21947 w 133622"/>
                <a:gd name="connsiteY3" fmla="*/ 132903 h 199762"/>
                <a:gd name="connsiteX4" fmla="*/ 5764 w 133622"/>
                <a:gd name="connsiteY4" fmla="*/ 110064 h 199762"/>
                <a:gd name="connsiteX5" fmla="*/ 25247 w 133622"/>
                <a:gd name="connsiteY5" fmla="*/ 81723 h 199762"/>
                <a:gd name="connsiteX6" fmla="*/ 13722 w 133622"/>
                <a:gd name="connsiteY6" fmla="*/ 66589 h 199762"/>
                <a:gd name="connsiteX7" fmla="*/ 9606 w 133622"/>
                <a:gd name="connsiteY7" fmla="*/ 47328 h 199762"/>
                <a:gd name="connsiteX8" fmla="*/ 16325 w 133622"/>
                <a:gd name="connsiteY8" fmla="*/ 22565 h 199762"/>
                <a:gd name="connsiteX9" fmla="*/ 35262 w 133622"/>
                <a:gd name="connsiteY9" fmla="*/ 5918 h 199762"/>
                <a:gd name="connsiteX10" fmla="*/ 63107 w 133622"/>
                <a:gd name="connsiteY10" fmla="*/ 0 h 199762"/>
                <a:gd name="connsiteX11" fmla="*/ 88893 w 133622"/>
                <a:gd name="connsiteY11" fmla="*/ 4954 h 199762"/>
                <a:gd name="connsiteX12" fmla="*/ 130322 w 133622"/>
                <a:gd name="connsiteY12" fmla="*/ 1101 h 199762"/>
                <a:gd name="connsiteX13" fmla="*/ 130872 w 133622"/>
                <a:gd name="connsiteY13" fmla="*/ 15409 h 199762"/>
                <a:gd name="connsiteX14" fmla="*/ 103980 w 133622"/>
                <a:gd name="connsiteY14" fmla="*/ 15409 h 199762"/>
                <a:gd name="connsiteX15" fmla="*/ 116329 w 133622"/>
                <a:gd name="connsiteY15" fmla="*/ 47328 h 199762"/>
                <a:gd name="connsiteX16" fmla="*/ 109608 w 133622"/>
                <a:gd name="connsiteY16" fmla="*/ 71680 h 199762"/>
                <a:gd name="connsiteX17" fmla="*/ 90812 w 133622"/>
                <a:gd name="connsiteY17" fmla="*/ 88190 h 199762"/>
                <a:gd name="connsiteX18" fmla="*/ 63107 w 133622"/>
                <a:gd name="connsiteY18" fmla="*/ 94107 h 199762"/>
                <a:gd name="connsiteX19" fmla="*/ 34296 w 133622"/>
                <a:gd name="connsiteY19" fmla="*/ 87504 h 199762"/>
                <a:gd name="connsiteX20" fmla="*/ 22503 w 133622"/>
                <a:gd name="connsiteY20" fmla="*/ 105938 h 199762"/>
                <a:gd name="connsiteX21" fmla="*/ 27850 w 133622"/>
                <a:gd name="connsiteY21" fmla="*/ 115429 h 199762"/>
                <a:gd name="connsiteX22" fmla="*/ 44177 w 133622"/>
                <a:gd name="connsiteY22" fmla="*/ 118317 h 199762"/>
                <a:gd name="connsiteX23" fmla="*/ 86706 w 133622"/>
                <a:gd name="connsiteY23" fmla="*/ 118317 h 199762"/>
                <a:gd name="connsiteX24" fmla="*/ 120998 w 133622"/>
                <a:gd name="connsiteY24" fmla="*/ 128087 h 199762"/>
                <a:gd name="connsiteX25" fmla="*/ 133622 w 133622"/>
                <a:gd name="connsiteY25" fmla="*/ 155738 h 199762"/>
                <a:gd name="connsiteX26" fmla="*/ 115517 w 133622"/>
                <a:gd name="connsiteY26" fmla="*/ 188205 h 199762"/>
                <a:gd name="connsiteX27" fmla="*/ 65307 w 133622"/>
                <a:gd name="connsiteY27" fmla="*/ 199762 h 199762"/>
                <a:gd name="connsiteX28" fmla="*/ 17157 w 133622"/>
                <a:gd name="connsiteY28" fmla="*/ 190408 h 199762"/>
                <a:gd name="connsiteX29" fmla="*/ 17144 w 133622"/>
                <a:gd name="connsiteY29" fmla="*/ 190408 h 199762"/>
                <a:gd name="connsiteX30" fmla="*/ 30331 w 133622"/>
                <a:gd name="connsiteY30" fmla="*/ 180775 h 199762"/>
                <a:gd name="connsiteX31" fmla="*/ 64354 w 133622"/>
                <a:gd name="connsiteY31" fmla="*/ 187652 h 199762"/>
                <a:gd name="connsiteX32" fmla="*/ 101255 w 133622"/>
                <a:gd name="connsiteY32" fmla="*/ 179947 h 199762"/>
                <a:gd name="connsiteX33" fmla="*/ 114283 w 133622"/>
                <a:gd name="connsiteY33" fmla="*/ 158484 h 199762"/>
                <a:gd name="connsiteX34" fmla="*/ 106877 w 133622"/>
                <a:gd name="connsiteY34" fmla="*/ 142253 h 199762"/>
                <a:gd name="connsiteX35" fmla="*/ 84928 w 133622"/>
                <a:gd name="connsiteY35" fmla="*/ 136751 h 199762"/>
                <a:gd name="connsiteX36" fmla="*/ 45693 w 133622"/>
                <a:gd name="connsiteY36" fmla="*/ 136751 h 199762"/>
                <a:gd name="connsiteX37" fmla="*/ 35268 w 133622"/>
                <a:gd name="connsiteY37" fmla="*/ 136203 h 199762"/>
                <a:gd name="connsiteX38" fmla="*/ 22235 w 133622"/>
                <a:gd name="connsiteY38" fmla="*/ 146247 h 199762"/>
                <a:gd name="connsiteX39" fmla="*/ 17707 w 133622"/>
                <a:gd name="connsiteY39" fmla="*/ 161244 h 199762"/>
                <a:gd name="connsiteX40" fmla="*/ 30331 w 133622"/>
                <a:gd name="connsiteY40" fmla="*/ 180779 h 199762"/>
                <a:gd name="connsiteX41" fmla="*/ 30331 w 133622"/>
                <a:gd name="connsiteY41" fmla="*/ 180775 h 199762"/>
                <a:gd name="connsiteX42" fmla="*/ 85753 w 133622"/>
                <a:gd name="connsiteY42" fmla="*/ 72918 h 199762"/>
                <a:gd name="connsiteX43" fmla="*/ 94534 w 133622"/>
                <a:gd name="connsiteY43" fmla="*/ 47328 h 199762"/>
                <a:gd name="connsiteX44" fmla="*/ 85612 w 133622"/>
                <a:gd name="connsiteY44" fmla="*/ 21601 h 199762"/>
                <a:gd name="connsiteX45" fmla="*/ 62154 w 133622"/>
                <a:gd name="connsiteY45" fmla="*/ 11831 h 199762"/>
                <a:gd name="connsiteX46" fmla="*/ 38428 w 133622"/>
                <a:gd name="connsiteY46" fmla="*/ 21322 h 199762"/>
                <a:gd name="connsiteX47" fmla="*/ 29506 w 133622"/>
                <a:gd name="connsiteY47" fmla="*/ 47049 h 199762"/>
                <a:gd name="connsiteX48" fmla="*/ 38428 w 133622"/>
                <a:gd name="connsiteY48" fmla="*/ 72502 h 199762"/>
                <a:gd name="connsiteX49" fmla="*/ 62154 w 133622"/>
                <a:gd name="connsiteY49" fmla="*/ 82272 h 199762"/>
                <a:gd name="connsiteX50" fmla="*/ 85753 w 133622"/>
                <a:gd name="connsiteY50" fmla="*/ 72918 h 199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133622" h="199762">
                  <a:moveTo>
                    <a:pt x="17144" y="190408"/>
                  </a:moveTo>
                  <a:cubicBezTo>
                    <a:pt x="5712" y="184168"/>
                    <a:pt x="0" y="174725"/>
                    <a:pt x="0" y="162067"/>
                  </a:cubicBezTo>
                  <a:cubicBezTo>
                    <a:pt x="0" y="155643"/>
                    <a:pt x="1966" y="149868"/>
                    <a:pt x="5901" y="144734"/>
                  </a:cubicBezTo>
                  <a:cubicBezTo>
                    <a:pt x="9832" y="139601"/>
                    <a:pt x="15181" y="135655"/>
                    <a:pt x="21947" y="132903"/>
                  </a:cubicBezTo>
                  <a:cubicBezTo>
                    <a:pt x="11158" y="128688"/>
                    <a:pt x="5764" y="121073"/>
                    <a:pt x="5764" y="110064"/>
                  </a:cubicBezTo>
                  <a:cubicBezTo>
                    <a:pt x="5764" y="99056"/>
                    <a:pt x="12252" y="90165"/>
                    <a:pt x="25247" y="81723"/>
                  </a:cubicBezTo>
                  <a:cubicBezTo>
                    <a:pt x="20303" y="77508"/>
                    <a:pt x="16466" y="72464"/>
                    <a:pt x="13722" y="66589"/>
                  </a:cubicBezTo>
                  <a:cubicBezTo>
                    <a:pt x="10979" y="60719"/>
                    <a:pt x="9606" y="54300"/>
                    <a:pt x="9606" y="47328"/>
                  </a:cubicBezTo>
                  <a:cubicBezTo>
                    <a:pt x="9606" y="37974"/>
                    <a:pt x="11842" y="29717"/>
                    <a:pt x="16325" y="22565"/>
                  </a:cubicBezTo>
                  <a:cubicBezTo>
                    <a:pt x="20809" y="15413"/>
                    <a:pt x="27114" y="9865"/>
                    <a:pt x="35262" y="5918"/>
                  </a:cubicBezTo>
                  <a:cubicBezTo>
                    <a:pt x="43397" y="1976"/>
                    <a:pt x="52676" y="0"/>
                    <a:pt x="63107" y="0"/>
                  </a:cubicBezTo>
                  <a:cubicBezTo>
                    <a:pt x="72617" y="0"/>
                    <a:pt x="81212" y="1649"/>
                    <a:pt x="88893" y="4954"/>
                  </a:cubicBezTo>
                  <a:lnTo>
                    <a:pt x="130322" y="1101"/>
                  </a:lnTo>
                  <a:lnTo>
                    <a:pt x="130872" y="15409"/>
                  </a:lnTo>
                  <a:lnTo>
                    <a:pt x="103980" y="15409"/>
                  </a:lnTo>
                  <a:cubicBezTo>
                    <a:pt x="112211" y="23661"/>
                    <a:pt x="116329" y="34301"/>
                    <a:pt x="116329" y="47328"/>
                  </a:cubicBezTo>
                  <a:cubicBezTo>
                    <a:pt x="116329" y="56502"/>
                    <a:pt x="114084" y="64618"/>
                    <a:pt x="109608" y="71680"/>
                  </a:cubicBezTo>
                  <a:cubicBezTo>
                    <a:pt x="105125" y="78741"/>
                    <a:pt x="98864" y="84248"/>
                    <a:pt x="90812" y="88190"/>
                  </a:cubicBezTo>
                  <a:cubicBezTo>
                    <a:pt x="82760" y="92136"/>
                    <a:pt x="73532" y="94107"/>
                    <a:pt x="63107" y="94107"/>
                  </a:cubicBezTo>
                  <a:cubicBezTo>
                    <a:pt x="51941" y="94107"/>
                    <a:pt x="42342" y="91905"/>
                    <a:pt x="34296" y="87504"/>
                  </a:cubicBezTo>
                  <a:cubicBezTo>
                    <a:pt x="26430" y="93374"/>
                    <a:pt x="22503" y="99519"/>
                    <a:pt x="22503" y="105938"/>
                  </a:cubicBezTo>
                  <a:cubicBezTo>
                    <a:pt x="22503" y="110339"/>
                    <a:pt x="24281" y="113506"/>
                    <a:pt x="27850" y="115429"/>
                  </a:cubicBezTo>
                  <a:cubicBezTo>
                    <a:pt x="31418" y="117358"/>
                    <a:pt x="36854" y="118317"/>
                    <a:pt x="44177" y="118317"/>
                  </a:cubicBezTo>
                  <a:lnTo>
                    <a:pt x="86706" y="118317"/>
                  </a:lnTo>
                  <a:cubicBezTo>
                    <a:pt x="101147" y="118317"/>
                    <a:pt x="112582" y="121574"/>
                    <a:pt x="120998" y="128087"/>
                  </a:cubicBezTo>
                  <a:cubicBezTo>
                    <a:pt x="129414" y="134601"/>
                    <a:pt x="133622" y="143818"/>
                    <a:pt x="133622" y="155738"/>
                  </a:cubicBezTo>
                  <a:cubicBezTo>
                    <a:pt x="133622" y="169677"/>
                    <a:pt x="127585" y="180501"/>
                    <a:pt x="115517" y="188205"/>
                  </a:cubicBezTo>
                  <a:cubicBezTo>
                    <a:pt x="103443" y="195910"/>
                    <a:pt x="86706" y="199762"/>
                    <a:pt x="65307" y="199762"/>
                  </a:cubicBezTo>
                  <a:cubicBezTo>
                    <a:pt x="43902" y="199762"/>
                    <a:pt x="28585" y="196642"/>
                    <a:pt x="17157" y="190408"/>
                  </a:cubicBezTo>
                  <a:lnTo>
                    <a:pt x="17144" y="190408"/>
                  </a:lnTo>
                  <a:close/>
                  <a:moveTo>
                    <a:pt x="30331" y="180775"/>
                  </a:moveTo>
                  <a:cubicBezTo>
                    <a:pt x="38747" y="185360"/>
                    <a:pt x="50086" y="187652"/>
                    <a:pt x="64354" y="187652"/>
                  </a:cubicBezTo>
                  <a:cubicBezTo>
                    <a:pt x="80266" y="187652"/>
                    <a:pt x="92564" y="185081"/>
                    <a:pt x="101255" y="179947"/>
                  </a:cubicBezTo>
                  <a:cubicBezTo>
                    <a:pt x="109940" y="174810"/>
                    <a:pt x="114283" y="167659"/>
                    <a:pt x="114283" y="158484"/>
                  </a:cubicBezTo>
                  <a:cubicBezTo>
                    <a:pt x="114283" y="151333"/>
                    <a:pt x="111814" y="145916"/>
                    <a:pt x="106877" y="142253"/>
                  </a:cubicBezTo>
                  <a:cubicBezTo>
                    <a:pt x="101933" y="138589"/>
                    <a:pt x="94623" y="136751"/>
                    <a:pt x="84928" y="136751"/>
                  </a:cubicBezTo>
                  <a:lnTo>
                    <a:pt x="45693" y="136751"/>
                  </a:lnTo>
                  <a:cubicBezTo>
                    <a:pt x="43128" y="136751"/>
                    <a:pt x="39656" y="136572"/>
                    <a:pt x="35268" y="136203"/>
                  </a:cubicBezTo>
                  <a:cubicBezTo>
                    <a:pt x="29596" y="138405"/>
                    <a:pt x="25253" y="141752"/>
                    <a:pt x="22235" y="146247"/>
                  </a:cubicBezTo>
                  <a:cubicBezTo>
                    <a:pt x="19222" y="150737"/>
                    <a:pt x="17707" y="155738"/>
                    <a:pt x="17707" y="161244"/>
                  </a:cubicBezTo>
                  <a:cubicBezTo>
                    <a:pt x="17707" y="169682"/>
                    <a:pt x="21909" y="176195"/>
                    <a:pt x="30331" y="180779"/>
                  </a:cubicBezTo>
                  <a:lnTo>
                    <a:pt x="30331" y="180775"/>
                  </a:lnTo>
                  <a:close/>
                  <a:moveTo>
                    <a:pt x="85753" y="72918"/>
                  </a:moveTo>
                  <a:cubicBezTo>
                    <a:pt x="91605" y="66683"/>
                    <a:pt x="94534" y="58157"/>
                    <a:pt x="94534" y="47328"/>
                  </a:cubicBezTo>
                  <a:cubicBezTo>
                    <a:pt x="94534" y="36499"/>
                    <a:pt x="91560" y="28114"/>
                    <a:pt x="85612" y="21601"/>
                  </a:cubicBezTo>
                  <a:cubicBezTo>
                    <a:pt x="79665" y="15092"/>
                    <a:pt x="71850" y="11831"/>
                    <a:pt x="62154" y="11831"/>
                  </a:cubicBezTo>
                  <a:cubicBezTo>
                    <a:pt x="52465" y="11831"/>
                    <a:pt x="44363" y="14993"/>
                    <a:pt x="38428" y="21322"/>
                  </a:cubicBezTo>
                  <a:cubicBezTo>
                    <a:pt x="32480" y="27651"/>
                    <a:pt x="29506" y="36230"/>
                    <a:pt x="29506" y="47049"/>
                  </a:cubicBezTo>
                  <a:cubicBezTo>
                    <a:pt x="29506" y="57868"/>
                    <a:pt x="32480" y="65993"/>
                    <a:pt x="38428" y="72502"/>
                  </a:cubicBezTo>
                  <a:cubicBezTo>
                    <a:pt x="44369" y="79015"/>
                    <a:pt x="52286" y="82272"/>
                    <a:pt x="62154" y="82272"/>
                  </a:cubicBezTo>
                  <a:cubicBezTo>
                    <a:pt x="72029" y="82272"/>
                    <a:pt x="79895" y="79157"/>
                    <a:pt x="85753" y="72918"/>
                  </a:cubicBezTo>
                  <a:close/>
                </a:path>
              </a:pathLst>
            </a:custGeom>
            <a:solidFill>
              <a:srgbClr val="000000"/>
            </a:solidFill>
            <a:ln w="6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ree-form: Shape 18">
              <a:extLst>
                <a:ext uri="{FF2B5EF4-FFF2-40B4-BE49-F238E27FC236}">
                  <a16:creationId xmlns:a16="http://schemas.microsoft.com/office/drawing/2014/main" id="{4BDD56E3-1929-5137-04FF-F77B9406C158}"/>
                </a:ext>
              </a:extLst>
            </p:cNvPr>
            <p:cNvSpPr/>
            <p:nvPr/>
          </p:nvSpPr>
          <p:spPr>
            <a:xfrm>
              <a:off x="1015070" y="362815"/>
              <a:ext cx="137454" cy="148293"/>
            </a:xfrm>
            <a:custGeom>
              <a:avLst/>
              <a:gdLst>
                <a:gd name="connsiteX0" fmla="*/ 33198 w 137454"/>
                <a:gd name="connsiteY0" fmla="*/ 138666 h 148293"/>
                <a:gd name="connsiteX1" fmla="*/ 8781 w 137454"/>
                <a:gd name="connsiteY1" fmla="*/ 112116 h 148293"/>
                <a:gd name="connsiteX2" fmla="*/ 0 w 137454"/>
                <a:gd name="connsiteY2" fmla="*/ 74009 h 148293"/>
                <a:gd name="connsiteX3" fmla="*/ 8781 w 137454"/>
                <a:gd name="connsiteY3" fmla="*/ 36041 h 148293"/>
                <a:gd name="connsiteX4" fmla="*/ 33332 w 137454"/>
                <a:gd name="connsiteY4" fmla="*/ 9628 h 148293"/>
                <a:gd name="connsiteX5" fmla="*/ 68590 w 137454"/>
                <a:gd name="connsiteY5" fmla="*/ 0 h 148293"/>
                <a:gd name="connsiteX6" fmla="*/ 103982 w 137454"/>
                <a:gd name="connsiteY6" fmla="*/ 9628 h 148293"/>
                <a:gd name="connsiteX7" fmla="*/ 128533 w 137454"/>
                <a:gd name="connsiteY7" fmla="*/ 36041 h 148293"/>
                <a:gd name="connsiteX8" fmla="*/ 137455 w 137454"/>
                <a:gd name="connsiteY8" fmla="*/ 74009 h 148293"/>
                <a:gd name="connsiteX9" fmla="*/ 128533 w 137454"/>
                <a:gd name="connsiteY9" fmla="*/ 112116 h 148293"/>
                <a:gd name="connsiteX10" fmla="*/ 103982 w 137454"/>
                <a:gd name="connsiteY10" fmla="*/ 138666 h 148293"/>
                <a:gd name="connsiteX11" fmla="*/ 68590 w 137454"/>
                <a:gd name="connsiteY11" fmla="*/ 148294 h 148293"/>
                <a:gd name="connsiteX12" fmla="*/ 33198 w 137454"/>
                <a:gd name="connsiteY12" fmla="*/ 138666 h 148293"/>
                <a:gd name="connsiteX13" fmla="*/ 93007 w 137454"/>
                <a:gd name="connsiteY13" fmla="*/ 127936 h 148293"/>
                <a:gd name="connsiteX14" fmla="*/ 110153 w 137454"/>
                <a:gd name="connsiteY14" fmla="*/ 105924 h 148293"/>
                <a:gd name="connsiteX15" fmla="*/ 116331 w 137454"/>
                <a:gd name="connsiteY15" fmla="*/ 74005 h 148293"/>
                <a:gd name="connsiteX16" fmla="*/ 110153 w 137454"/>
                <a:gd name="connsiteY16" fmla="*/ 42086 h 148293"/>
                <a:gd name="connsiteX17" fmla="*/ 93007 w 137454"/>
                <a:gd name="connsiteY17" fmla="*/ 20211 h 148293"/>
                <a:gd name="connsiteX18" fmla="*/ 68590 w 137454"/>
                <a:gd name="connsiteY18" fmla="*/ 12370 h 148293"/>
                <a:gd name="connsiteX19" fmla="*/ 44307 w 137454"/>
                <a:gd name="connsiteY19" fmla="*/ 20211 h 148293"/>
                <a:gd name="connsiteX20" fmla="*/ 27295 w 137454"/>
                <a:gd name="connsiteY20" fmla="*/ 42223 h 148293"/>
                <a:gd name="connsiteX21" fmla="*/ 21124 w 137454"/>
                <a:gd name="connsiteY21" fmla="*/ 74005 h 148293"/>
                <a:gd name="connsiteX22" fmla="*/ 27295 w 137454"/>
                <a:gd name="connsiteY22" fmla="*/ 105924 h 148293"/>
                <a:gd name="connsiteX23" fmla="*/ 44307 w 137454"/>
                <a:gd name="connsiteY23" fmla="*/ 127936 h 148293"/>
                <a:gd name="connsiteX24" fmla="*/ 68590 w 137454"/>
                <a:gd name="connsiteY24" fmla="*/ 135914 h 148293"/>
                <a:gd name="connsiteX25" fmla="*/ 93007 w 137454"/>
                <a:gd name="connsiteY25" fmla="*/ 127936 h 148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37454" h="148293">
                  <a:moveTo>
                    <a:pt x="33198" y="138666"/>
                  </a:moveTo>
                  <a:cubicBezTo>
                    <a:pt x="22774" y="132247"/>
                    <a:pt x="14632" y="123393"/>
                    <a:pt x="8781" y="112116"/>
                  </a:cubicBezTo>
                  <a:cubicBezTo>
                    <a:pt x="2923" y="100833"/>
                    <a:pt x="0" y="88133"/>
                    <a:pt x="0" y="74009"/>
                  </a:cubicBezTo>
                  <a:cubicBezTo>
                    <a:pt x="0" y="59887"/>
                    <a:pt x="2923" y="47228"/>
                    <a:pt x="8781" y="36041"/>
                  </a:cubicBezTo>
                  <a:cubicBezTo>
                    <a:pt x="14632" y="24853"/>
                    <a:pt x="22812" y="16052"/>
                    <a:pt x="33332" y="9628"/>
                  </a:cubicBezTo>
                  <a:cubicBezTo>
                    <a:pt x="43853" y="3209"/>
                    <a:pt x="55601" y="0"/>
                    <a:pt x="68590" y="0"/>
                  </a:cubicBezTo>
                  <a:cubicBezTo>
                    <a:pt x="81579" y="0"/>
                    <a:pt x="93557" y="3209"/>
                    <a:pt x="103982" y="9628"/>
                  </a:cubicBezTo>
                  <a:cubicBezTo>
                    <a:pt x="114406" y="16052"/>
                    <a:pt x="122586" y="24857"/>
                    <a:pt x="128533" y="36041"/>
                  </a:cubicBezTo>
                  <a:cubicBezTo>
                    <a:pt x="134481" y="47233"/>
                    <a:pt x="137455" y="59887"/>
                    <a:pt x="137455" y="74009"/>
                  </a:cubicBezTo>
                  <a:cubicBezTo>
                    <a:pt x="137455" y="88133"/>
                    <a:pt x="134481" y="100838"/>
                    <a:pt x="128533" y="112116"/>
                  </a:cubicBezTo>
                  <a:cubicBezTo>
                    <a:pt x="122586" y="123398"/>
                    <a:pt x="114406" y="132247"/>
                    <a:pt x="103982" y="138666"/>
                  </a:cubicBezTo>
                  <a:cubicBezTo>
                    <a:pt x="93557" y="145089"/>
                    <a:pt x="81758" y="148294"/>
                    <a:pt x="68590" y="148294"/>
                  </a:cubicBezTo>
                  <a:cubicBezTo>
                    <a:pt x="55422" y="148294"/>
                    <a:pt x="43623" y="145084"/>
                    <a:pt x="33198" y="138666"/>
                  </a:cubicBezTo>
                  <a:close/>
                  <a:moveTo>
                    <a:pt x="93007" y="127936"/>
                  </a:moveTo>
                  <a:cubicBezTo>
                    <a:pt x="100324" y="122618"/>
                    <a:pt x="106041" y="115278"/>
                    <a:pt x="110153" y="105924"/>
                  </a:cubicBezTo>
                  <a:cubicBezTo>
                    <a:pt x="114272" y="96570"/>
                    <a:pt x="116331" y="85935"/>
                    <a:pt x="116331" y="74005"/>
                  </a:cubicBezTo>
                  <a:cubicBezTo>
                    <a:pt x="116331" y="62075"/>
                    <a:pt x="114272" y="51445"/>
                    <a:pt x="110153" y="42086"/>
                  </a:cubicBezTo>
                  <a:cubicBezTo>
                    <a:pt x="106041" y="32732"/>
                    <a:pt x="100317" y="25439"/>
                    <a:pt x="93007" y="20211"/>
                  </a:cubicBezTo>
                  <a:cubicBezTo>
                    <a:pt x="85691" y="14984"/>
                    <a:pt x="77550" y="12370"/>
                    <a:pt x="68590" y="12370"/>
                  </a:cubicBezTo>
                  <a:cubicBezTo>
                    <a:pt x="59630" y="12370"/>
                    <a:pt x="51534" y="14984"/>
                    <a:pt x="44307" y="20211"/>
                  </a:cubicBezTo>
                  <a:cubicBezTo>
                    <a:pt x="37080" y="25439"/>
                    <a:pt x="31414" y="32779"/>
                    <a:pt x="27295" y="42223"/>
                  </a:cubicBezTo>
                  <a:cubicBezTo>
                    <a:pt x="23183" y="51672"/>
                    <a:pt x="21124" y="62264"/>
                    <a:pt x="21124" y="74005"/>
                  </a:cubicBezTo>
                  <a:cubicBezTo>
                    <a:pt x="21124" y="85746"/>
                    <a:pt x="23183" y="96565"/>
                    <a:pt x="27295" y="105924"/>
                  </a:cubicBezTo>
                  <a:cubicBezTo>
                    <a:pt x="31414" y="115278"/>
                    <a:pt x="37080" y="122618"/>
                    <a:pt x="44307" y="127936"/>
                  </a:cubicBezTo>
                  <a:cubicBezTo>
                    <a:pt x="51534" y="133258"/>
                    <a:pt x="59624" y="135914"/>
                    <a:pt x="68590" y="135914"/>
                  </a:cubicBezTo>
                  <a:cubicBezTo>
                    <a:pt x="77556" y="135914"/>
                    <a:pt x="85691" y="133258"/>
                    <a:pt x="93007" y="127936"/>
                  </a:cubicBezTo>
                  <a:close/>
                </a:path>
              </a:pathLst>
            </a:custGeom>
            <a:solidFill>
              <a:srgbClr val="000000"/>
            </a:solidFill>
            <a:ln w="6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-form: Shape 19">
              <a:extLst>
                <a:ext uri="{FF2B5EF4-FFF2-40B4-BE49-F238E27FC236}">
                  <a16:creationId xmlns:a16="http://schemas.microsoft.com/office/drawing/2014/main" id="{75D71F2B-6D4E-D00D-1133-C56670C78B58}"/>
                </a:ext>
              </a:extLst>
            </p:cNvPr>
            <p:cNvSpPr/>
            <p:nvPr/>
          </p:nvSpPr>
          <p:spPr>
            <a:xfrm>
              <a:off x="391829" y="462601"/>
              <a:ext cx="292" cy="4"/>
            </a:xfrm>
            <a:custGeom>
              <a:avLst/>
              <a:gdLst>
                <a:gd name="connsiteX0" fmla="*/ 0 w 292"/>
                <a:gd name="connsiteY0" fmla="*/ 0 h 4"/>
                <a:gd name="connsiteX1" fmla="*/ 292 w 292"/>
                <a:gd name="connsiteY1" fmla="*/ 0 h 4"/>
                <a:gd name="connsiteX2" fmla="*/ 0 w 292"/>
                <a:gd name="connsiteY2" fmla="*/ 4 h 4"/>
                <a:gd name="connsiteX3" fmla="*/ 0 w 292"/>
                <a:gd name="connsiteY3" fmla="*/ 0 h 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" h="4">
                  <a:moveTo>
                    <a:pt x="0" y="0"/>
                  </a:moveTo>
                  <a:lnTo>
                    <a:pt x="292" y="0"/>
                  </a:lnTo>
                  <a:cubicBezTo>
                    <a:pt x="193" y="4"/>
                    <a:pt x="94" y="4"/>
                    <a:pt x="0" y="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6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-form: Shape 20">
              <a:extLst>
                <a:ext uri="{FF2B5EF4-FFF2-40B4-BE49-F238E27FC236}">
                  <a16:creationId xmlns:a16="http://schemas.microsoft.com/office/drawing/2014/main" id="{593D9C17-8D66-0E81-4046-4F54E2BC65A0}"/>
                </a:ext>
              </a:extLst>
            </p:cNvPr>
            <p:cNvSpPr/>
            <p:nvPr/>
          </p:nvSpPr>
          <p:spPr>
            <a:xfrm>
              <a:off x="394371" y="476789"/>
              <a:ext cx="476" cy="4"/>
            </a:xfrm>
            <a:custGeom>
              <a:avLst/>
              <a:gdLst>
                <a:gd name="connsiteX0" fmla="*/ 476 w 476"/>
                <a:gd name="connsiteY0" fmla="*/ 0 h 4"/>
                <a:gd name="connsiteX1" fmla="*/ 0 w 476"/>
                <a:gd name="connsiteY1" fmla="*/ 4 h 4"/>
                <a:gd name="connsiteX2" fmla="*/ 476 w 476"/>
                <a:gd name="connsiteY2" fmla="*/ 0 h 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6" h="4">
                  <a:moveTo>
                    <a:pt x="476" y="0"/>
                  </a:moveTo>
                  <a:lnTo>
                    <a:pt x="0" y="4"/>
                  </a:lnTo>
                  <a:cubicBezTo>
                    <a:pt x="161" y="4"/>
                    <a:pt x="316" y="4"/>
                    <a:pt x="476" y="0"/>
                  </a:cubicBezTo>
                  <a:close/>
                </a:path>
              </a:pathLst>
            </a:custGeom>
            <a:solidFill>
              <a:srgbClr val="000000"/>
            </a:solidFill>
            <a:ln w="6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886761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  <p:sldLayoutId id="2147483680" r:id="rId13"/>
    <p:sldLayoutId id="2147483681" r:id="rId14"/>
    <p:sldLayoutId id="2147483682" r:id="rId15"/>
    <p:sldLayoutId id="2147483683" r:id="rId16"/>
    <p:sldLayoutId id="2147483684" r:id="rId17"/>
    <p:sldLayoutId id="2147483685" r:id="rId18"/>
    <p:sldLayoutId id="2147483686" r:id="rId19"/>
    <p:sldLayoutId id="2147483687" r:id="rId20"/>
    <p:sldLayoutId id="2147483688" r:id="rId21"/>
    <p:sldLayoutId id="2147483689" r:id="rId22"/>
    <p:sldLayoutId id="2147483690" r:id="rId23"/>
  </p:sldLayoutIdLst>
  <p:hf hdr="0"/>
  <p:txStyles>
    <p:titleStyle>
      <a:lvl1pPr algn="l" defTabSz="914400" rtl="0" eaLnBrk="1" latinLnBrk="0" hangingPunct="1">
        <a:lnSpc>
          <a:spcPct val="96000"/>
        </a:lnSpc>
        <a:spcBef>
          <a:spcPts val="100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-14630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050" kern="1200">
          <a:solidFill>
            <a:schemeClr val="tx2"/>
          </a:solidFill>
          <a:latin typeface="+mn-lt"/>
          <a:ea typeface="+mn-ea"/>
          <a:cs typeface="+mn-cs"/>
        </a:defRPr>
      </a:lvl1pPr>
      <a:lvl2pPr marL="320040" indent="-14630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050" kern="1200">
          <a:solidFill>
            <a:schemeClr val="tx2"/>
          </a:solidFill>
          <a:latin typeface="+mn-lt"/>
          <a:ea typeface="+mn-ea"/>
          <a:cs typeface="+mn-cs"/>
        </a:defRPr>
      </a:lvl2pPr>
      <a:lvl3pPr marL="502920" indent="-14630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050" kern="1200">
          <a:solidFill>
            <a:schemeClr val="tx2"/>
          </a:solidFill>
          <a:latin typeface="+mn-lt"/>
          <a:ea typeface="+mn-ea"/>
          <a:cs typeface="+mn-cs"/>
        </a:defRPr>
      </a:lvl3pPr>
      <a:lvl4pPr marL="685800" indent="-14630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050" kern="1200">
          <a:solidFill>
            <a:schemeClr val="tx2"/>
          </a:solidFill>
          <a:latin typeface="+mn-lt"/>
          <a:ea typeface="+mn-ea"/>
          <a:cs typeface="+mn-cs"/>
        </a:defRPr>
      </a:lvl4pPr>
      <a:lvl5pPr marL="868680" indent="-14630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05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>
          <p15:clr>
            <a:srgbClr val="462901"/>
          </p15:clr>
        </p15:guide>
        <p15:guide id="2" pos="7680">
          <p15:clr>
            <a:srgbClr val="462901"/>
          </p15:clr>
        </p15:guide>
        <p15:guide id="3" pos="161">
          <p15:clr>
            <a:srgbClr val="462901"/>
          </p15:clr>
        </p15:guide>
        <p15:guide id="4" pos="1935">
          <p15:clr>
            <a:srgbClr val="462901"/>
          </p15:clr>
        </p15:guide>
        <p15:guide id="5" pos="2022">
          <p15:clr>
            <a:srgbClr val="462901"/>
          </p15:clr>
        </p15:guide>
        <p15:guide id="6" pos="3796">
          <p15:clr>
            <a:srgbClr val="462901"/>
          </p15:clr>
        </p15:guide>
        <p15:guide id="7" pos="3883">
          <p15:clr>
            <a:srgbClr val="462901"/>
          </p15:clr>
        </p15:guide>
        <p15:guide id="8" pos="5657">
          <p15:clr>
            <a:srgbClr val="462901"/>
          </p15:clr>
        </p15:guide>
        <p15:guide id="9" pos="5744">
          <p15:clr>
            <a:srgbClr val="462901"/>
          </p15:clr>
        </p15:guide>
        <p15:guide id="10" pos="7518">
          <p15:clr>
            <a:srgbClr val="462901"/>
          </p15:clr>
        </p15:guide>
        <p15:guide id="11" orient="horz">
          <p15:clr>
            <a:srgbClr val="462901"/>
          </p15:clr>
        </p15:guide>
        <p15:guide id="12" orient="horz" pos="4320">
          <p15:clr>
            <a:srgbClr val="462901"/>
          </p15:clr>
        </p15:guide>
        <p15:guide id="13" orient="horz" pos="161">
          <p15:clr>
            <a:srgbClr val="462901"/>
          </p15:clr>
        </p15:guide>
        <p15:guide id="14" orient="horz" pos="755">
          <p15:clr>
            <a:srgbClr val="462901"/>
          </p15:clr>
        </p15:guide>
        <p15:guide id="15" orient="horz" pos="841">
          <p15:clr>
            <a:srgbClr val="462901"/>
          </p15:clr>
        </p15:guide>
        <p15:guide id="16" orient="horz" pos="1436">
          <p15:clr>
            <a:srgbClr val="462901"/>
          </p15:clr>
        </p15:guide>
        <p15:guide id="17" orient="horz" pos="1522">
          <p15:clr>
            <a:srgbClr val="462901"/>
          </p15:clr>
        </p15:guide>
        <p15:guide id="18" orient="horz" pos="2116">
          <p15:clr>
            <a:srgbClr val="462901"/>
          </p15:clr>
        </p15:guide>
        <p15:guide id="19" orient="horz" pos="2203">
          <p15:clr>
            <a:srgbClr val="462901"/>
          </p15:clr>
        </p15:guide>
        <p15:guide id="20" orient="horz" pos="2797">
          <p15:clr>
            <a:srgbClr val="462901"/>
          </p15:clr>
        </p15:guide>
        <p15:guide id="21" orient="horz" pos="2883">
          <p15:clr>
            <a:srgbClr val="462901"/>
          </p15:clr>
        </p15:guide>
        <p15:guide id="22" orient="horz" pos="3478">
          <p15:clr>
            <a:srgbClr val="462901"/>
          </p15:clr>
        </p15:guide>
        <p15:guide id="23" orient="horz" pos="3564">
          <p15:clr>
            <a:srgbClr val="462901"/>
          </p15:clr>
        </p15:guide>
        <p15:guide id="24" orient="horz" pos="4158">
          <p15:clr>
            <a:srgbClr val="462901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microsoft.com/office/2018/10/relationships/comments" Target="../comments/modernComment_1E3_75449E58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urotoday.com/conference-highlights/snmmi-2025/161572-snmmi-2025-a-new-theranostic-target-in-prostate-cancer-first-results-from-prostatic-acid-phosphatase-acp3-imaging-with-68ga-ga-oncoacp3-dota-pet-in-prostate-cancer-patients-and-comparison-to-18f-f-psma-1007.html" TargetMode="External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hyperlink" Target="https://pmc.ncbi.nlm.nih.gov/articles/PMC5742255/" TargetMode="External"/><Relationship Id="rId3" Type="http://schemas.openxmlformats.org/officeDocument/2006/relationships/image" Target="../media/image21.png"/><Relationship Id="rId7" Type="http://schemas.openxmlformats.org/officeDocument/2006/relationships/image" Target="../media/image12.png"/><Relationship Id="rId12" Type="http://schemas.openxmlformats.org/officeDocument/2006/relationships/image" Target="../media/image2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png"/><Relationship Id="rId11" Type="http://schemas.openxmlformats.org/officeDocument/2006/relationships/image" Target="../media/image23.jpeg"/><Relationship Id="rId5" Type="http://schemas.openxmlformats.org/officeDocument/2006/relationships/image" Target="../media/image22.png"/><Relationship Id="rId10" Type="http://schemas.openxmlformats.org/officeDocument/2006/relationships/image" Target="../media/image15.png"/><Relationship Id="rId4" Type="http://schemas.openxmlformats.org/officeDocument/2006/relationships/image" Target="../media/image2.png"/><Relationship Id="rId9" Type="http://schemas.openxmlformats.org/officeDocument/2006/relationships/image" Target="../media/image14.png"/><Relationship Id="rId14" Type="http://schemas.openxmlformats.org/officeDocument/2006/relationships/hyperlink" Target="https://alentis.ch/ale-p02-ale-p03-adcs-for-claudin-1-positive-tumors/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png"/><Relationship Id="rId11" Type="http://schemas.openxmlformats.org/officeDocument/2006/relationships/image" Target="../media/image26.png"/><Relationship Id="rId5" Type="http://schemas.openxmlformats.org/officeDocument/2006/relationships/image" Target="../media/image22.png"/><Relationship Id="rId10" Type="http://schemas.openxmlformats.org/officeDocument/2006/relationships/image" Target="../media/image15.png"/><Relationship Id="rId4" Type="http://schemas.openxmlformats.org/officeDocument/2006/relationships/image" Target="../media/image2.png"/><Relationship Id="rId9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alentis.ch/ale-p02-ale-p03-adcs-for-claudin-1-positive-tumors/" TargetMode="External"/><Relationship Id="rId2" Type="http://schemas.openxmlformats.org/officeDocument/2006/relationships/hyperlink" Target="https://pmc.ncbi.nlm.nih.gov/articles/PMC5742255/" TargetMode="External"/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EA94A-CF8A-2FA8-54A3-B4C4CFF1E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26F908-22D4-F379-2ACB-B8592FEF9C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461184C-73E6-1E4E-C7B1-C811972CCF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BE959E7-CD4A-A5B0-BDCD-DAA2B5B25AB8}"/>
              </a:ext>
            </a:extLst>
          </p:cNvPr>
          <p:cNvSpPr/>
          <p:nvPr/>
        </p:nvSpPr>
        <p:spPr>
          <a:xfrm>
            <a:off x="223280" y="6311900"/>
            <a:ext cx="1892596" cy="333449"/>
          </a:xfrm>
          <a:prstGeom prst="rect">
            <a:avLst/>
          </a:prstGeom>
          <a:solidFill>
            <a:srgbClr val="0029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April 2026</a:t>
            </a:r>
          </a:p>
        </p:txBody>
      </p:sp>
    </p:spTree>
    <p:extLst>
      <p:ext uri="{BB962C8B-B14F-4D97-AF65-F5344CB8AC3E}">
        <p14:creationId xmlns:p14="http://schemas.microsoft.com/office/powerpoint/2010/main" val="196743125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DAACCC-F0EE-FF16-354E-0705AC4DA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A777AFC-6A44-8B95-96BD-8620CE6B0D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16B7968-F4A2-74E2-E678-521F4AB14C49}"/>
              </a:ext>
            </a:extLst>
          </p:cNvPr>
          <p:cNvSpPr/>
          <p:nvPr/>
        </p:nvSpPr>
        <p:spPr>
          <a:xfrm>
            <a:off x="0" y="3945276"/>
            <a:ext cx="11934822" cy="2545960"/>
          </a:xfrm>
          <a:prstGeom prst="rect">
            <a:avLst/>
          </a:prstGeom>
          <a:solidFill>
            <a:srgbClr val="F6F3F2">
              <a:alpha val="56078"/>
            </a:srgbClr>
          </a:soli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unnel Sans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C94C20E-460C-EFCC-6453-C27517AA9634}"/>
              </a:ext>
            </a:extLst>
          </p:cNvPr>
          <p:cNvSpPr/>
          <p:nvPr/>
        </p:nvSpPr>
        <p:spPr>
          <a:xfrm>
            <a:off x="10725426" y="0"/>
            <a:ext cx="1466574" cy="534504"/>
          </a:xfrm>
          <a:prstGeom prst="rect">
            <a:avLst/>
          </a:prstGeom>
          <a:solidFill>
            <a:srgbClr val="F6F3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unnel Sans"/>
              <a:ea typeface="+mn-ea"/>
              <a:cs typeface="+mn-cs"/>
            </a:endParaRPr>
          </a:p>
        </p:txBody>
      </p:sp>
      <p:sp>
        <p:nvSpPr>
          <p:cNvPr id="8" name="Footer Placeholder 1">
            <a:extLst>
              <a:ext uri="{FF2B5EF4-FFF2-40B4-BE49-F238E27FC236}">
                <a16:creationId xmlns:a16="http://schemas.microsoft.com/office/drawing/2014/main" id="{FF22A0BE-574E-D7F4-F26E-63387AE003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108812" y="255984"/>
            <a:ext cx="871608" cy="13398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656670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Confidential</a:t>
            </a:r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656670"/>
              </a:solidFill>
              <a:effectLst/>
              <a:uLnTx/>
              <a:uFillTx/>
              <a:latin typeface="Funnel Sans"/>
              <a:ea typeface="+mn-ea"/>
              <a:cs typeface="+mn-cs"/>
            </a:endParaRPr>
          </a:p>
        </p:txBody>
      </p:sp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B700913C-22F6-9B2F-816B-60A0FBDD69F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628119" y="255984"/>
            <a:ext cx="306703" cy="13398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41E5F93-45D3-472F-9EA1-BCB47A04FF6B}" type="slidenum">
              <a:rPr kumimoji="0" lang="en-GB" sz="900" b="0" i="0" u="none" strike="noStrike" kern="1200" cap="none" spc="-39" normalizeH="0" baseline="0" noProof="0" smtClean="0">
                <a:ln>
                  <a:noFill/>
                </a:ln>
                <a:solidFill>
                  <a:srgbClr val="656670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900" b="0" i="0" u="none" strike="noStrike" kern="1200" cap="none" spc="-39" normalizeH="0" baseline="0" noProof="0">
              <a:ln>
                <a:noFill/>
              </a:ln>
              <a:solidFill>
                <a:srgbClr val="656670"/>
              </a:solidFill>
              <a:effectLst/>
              <a:uLnTx/>
              <a:uFillTx/>
              <a:latin typeface="Funnel San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028610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0266F8-5FA1-DED9-A644-6555387ABD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7532F-CF90-917F-D7DE-3183F4F6B8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515" y="1122363"/>
            <a:ext cx="10323620" cy="1870219"/>
          </a:xfrm>
        </p:spPr>
        <p:txBody>
          <a:bodyPr/>
          <a:lstStyle/>
          <a:p>
            <a:r>
              <a:rPr lang="en-US"/>
              <a:t>Sego’s bespoke approach to RLT target selection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8F54DF-C131-7480-E0F0-0612F3A0CC7A}"/>
              </a:ext>
            </a:extLst>
          </p:cNvPr>
          <p:cNvSpPr txBox="1"/>
          <p:nvPr/>
        </p:nvSpPr>
        <p:spPr>
          <a:xfrm>
            <a:off x="11055350" y="6614136"/>
            <a:ext cx="11366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/>
              <a:t>Confidential </a:t>
            </a:r>
            <a:fld id="{F55465F9-4A58-45DB-8234-396342B5FF6F}" type="slidenum">
              <a:rPr lang="en-US" sz="1000" smtClean="0"/>
              <a:pPr algn="r"/>
              <a:t>3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27761074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068095-5C3C-DF57-8118-BA57F5DC6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D7FC5D5-7E51-65BB-40CD-D39E056475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248A734-4911-FBF7-A90B-049F36415DF3}"/>
              </a:ext>
            </a:extLst>
          </p:cNvPr>
          <p:cNvSpPr txBox="1"/>
          <p:nvPr/>
        </p:nvSpPr>
        <p:spPr>
          <a:xfrm>
            <a:off x="11055350" y="6614136"/>
            <a:ext cx="11366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/>
              <a:t>Confidential </a:t>
            </a:r>
            <a:fld id="{F55465F9-4A58-45DB-8234-396342B5FF6F}" type="slidenum">
              <a:rPr lang="en-US" sz="1000" smtClean="0"/>
              <a:pPr algn="r"/>
              <a:t>4</a:t>
            </a:fld>
            <a:endParaRPr lang="en-US" sz="10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BAD759C-1AB1-7F0D-FF51-E2F75929EFA6}"/>
              </a:ext>
            </a:extLst>
          </p:cNvPr>
          <p:cNvSpPr/>
          <p:nvPr/>
        </p:nvSpPr>
        <p:spPr>
          <a:xfrm>
            <a:off x="-1" y="3944678"/>
            <a:ext cx="5316279" cy="2360428"/>
          </a:xfrm>
          <a:prstGeom prst="rect">
            <a:avLst/>
          </a:prstGeom>
          <a:solidFill>
            <a:srgbClr val="F6F3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1558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E87CB3-AAED-4C81-8B5E-F0160D900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A280B50-90E4-7AB8-F616-8A55A60C94C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656670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Confidential</a:t>
            </a:r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656670"/>
              </a:solidFill>
              <a:effectLst/>
              <a:uLnTx/>
              <a:uFillTx/>
              <a:latin typeface="Funnel Sans"/>
              <a:ea typeface="+mn-ea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B8CA4EA-A562-7BB8-E866-368AF4DB3B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41E5F93-45D3-472F-9EA1-BCB47A04FF6B}" type="slidenum">
              <a:rPr kumimoji="0" lang="en-GB" sz="900" b="0" i="0" u="none" strike="noStrike" kern="1200" cap="none" spc="-39" normalizeH="0" baseline="0" noProof="0" smtClean="0">
                <a:ln>
                  <a:noFill/>
                </a:ln>
                <a:solidFill>
                  <a:srgbClr val="656670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GB" sz="900" b="0" i="0" u="none" strike="noStrike" kern="1200" cap="none" spc="-39" normalizeH="0" baseline="0" noProof="0">
              <a:ln>
                <a:noFill/>
              </a:ln>
              <a:solidFill>
                <a:srgbClr val="656670"/>
              </a:solidFill>
              <a:effectLst/>
              <a:uLnTx/>
              <a:uFillTx/>
              <a:latin typeface="Funnel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B719C5D-BAA5-1472-FE76-ABFA8DE28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113" y="1389953"/>
            <a:ext cx="10259624" cy="797984"/>
          </a:xfrm>
        </p:spPr>
        <p:txBody>
          <a:bodyPr/>
          <a:lstStyle/>
          <a:p>
            <a:r>
              <a:rPr lang="en-US"/>
              <a:t>Developing successful RLT is balancing tumor absorbed dose vs. organ at risk absorbed dose by two methods: target selection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ADF67AA-DFD8-E002-F52E-2C742E3727B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/>
              <a:t>Candidate Selection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8E8A10AE-801D-ABE5-E166-506E2591A470}"/>
              </a:ext>
            </a:extLst>
          </p:cNvPr>
          <p:cNvGrpSpPr/>
          <p:nvPr/>
        </p:nvGrpSpPr>
        <p:grpSpPr>
          <a:xfrm>
            <a:off x="3890327" y="4040265"/>
            <a:ext cx="4372018" cy="1729239"/>
            <a:chOff x="3495012" y="3492793"/>
            <a:chExt cx="4372018" cy="1729239"/>
          </a:xfrm>
        </p:grpSpPr>
        <p:sp>
          <p:nvSpPr>
            <p:cNvPr id="8" name="Rectangle: Top Corners Rounded 7">
              <a:extLst>
                <a:ext uri="{FF2B5EF4-FFF2-40B4-BE49-F238E27FC236}">
                  <a16:creationId xmlns:a16="http://schemas.microsoft.com/office/drawing/2014/main" id="{DA3F392F-5E18-C9FC-34D1-389E3FD2662C}"/>
                </a:ext>
              </a:extLst>
            </p:cNvPr>
            <p:cNvSpPr/>
            <p:nvPr/>
          </p:nvSpPr>
          <p:spPr>
            <a:xfrm>
              <a:off x="4324984" y="4910264"/>
              <a:ext cx="2712074" cy="311768"/>
            </a:xfrm>
            <a:prstGeom prst="round2SameRect">
              <a:avLst>
                <a:gd name="adj1" fmla="val 44118"/>
                <a:gd name="adj2" fmla="val 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unnel Sans Medium" pitchFamily="2" charset="0"/>
                  <a:ea typeface="+mn-ea"/>
                  <a:cs typeface="+mn-cs"/>
                </a:rPr>
                <a:t>Ratio </a:t>
              </a:r>
              <a:r>
                <a:rPr kumimoji="0" lang="en-US" sz="1400" b="0" i="0" u="none" strike="noStrike" kern="120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unnel Sans Medium" pitchFamily="2" charset="0"/>
                  <a:ea typeface="+mn-ea"/>
                  <a:cs typeface="+mn-cs"/>
                </a:rPr>
                <a:t>Tumor:Organ</a:t>
              </a: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unnel Sans Medium" pitchFamily="2" charset="0"/>
                  <a:ea typeface="+mn-ea"/>
                  <a:cs typeface="+mn-cs"/>
                </a:rPr>
                <a:t> at Risk</a:t>
              </a:r>
            </a:p>
          </p:txBody>
        </p:sp>
        <p:sp>
          <p:nvSpPr>
            <p:cNvPr id="9" name="Rectangle: Top Corners Rounded 8">
              <a:extLst>
                <a:ext uri="{FF2B5EF4-FFF2-40B4-BE49-F238E27FC236}">
                  <a16:creationId xmlns:a16="http://schemas.microsoft.com/office/drawing/2014/main" id="{EF962217-FCD0-18AB-227C-EE9895815E4E}"/>
                </a:ext>
              </a:extLst>
            </p:cNvPr>
            <p:cNvSpPr/>
            <p:nvPr/>
          </p:nvSpPr>
          <p:spPr>
            <a:xfrm>
              <a:off x="4709471" y="4636534"/>
              <a:ext cx="1943100" cy="277612"/>
            </a:xfrm>
            <a:prstGeom prst="round2SameRect">
              <a:avLst>
                <a:gd name="adj1" fmla="val 44118"/>
                <a:gd name="adj2" fmla="val 0"/>
              </a:avLst>
            </a:prstGeom>
            <a:solidFill>
              <a:schemeClr val="accent3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unnel Sans"/>
                <a:ea typeface="+mn-ea"/>
                <a:cs typeface="+mn-cs"/>
              </a:endParaRPr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E7B3BEA-ED30-5630-617B-70342A5CAD8A}"/>
                </a:ext>
              </a:extLst>
            </p:cNvPr>
            <p:cNvCxnSpPr>
              <a:cxnSpLocks/>
            </p:cNvCxnSpPr>
            <p:nvPr/>
          </p:nvCxnSpPr>
          <p:spPr>
            <a:xfrm>
              <a:off x="3495012" y="3492793"/>
              <a:ext cx="4372018" cy="1658010"/>
            </a:xfrm>
            <a:prstGeom prst="line">
              <a:avLst/>
            </a:prstGeom>
            <a:ln w="762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ectangle: Top Corners Rounded 9">
              <a:extLst>
                <a:ext uri="{FF2B5EF4-FFF2-40B4-BE49-F238E27FC236}">
                  <a16:creationId xmlns:a16="http://schemas.microsoft.com/office/drawing/2014/main" id="{2C6F40D3-A2A3-6DC7-59DF-13272A90AE57}"/>
                </a:ext>
              </a:extLst>
            </p:cNvPr>
            <p:cNvSpPr/>
            <p:nvPr/>
          </p:nvSpPr>
          <p:spPr>
            <a:xfrm>
              <a:off x="5321556" y="4185960"/>
              <a:ext cx="718930" cy="450574"/>
            </a:xfrm>
            <a:prstGeom prst="round2SameRect">
              <a:avLst>
                <a:gd name="adj1" fmla="val 44118"/>
                <a:gd name="adj2" fmla="val 0"/>
              </a:avLst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unnel Sans"/>
                <a:ea typeface="+mn-ea"/>
                <a:cs typeface="+mn-cs"/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E91599DA-5C40-770A-BA00-61BC030FCAAA}"/>
                </a:ext>
              </a:extLst>
            </p:cNvPr>
            <p:cNvSpPr/>
            <p:nvPr/>
          </p:nvSpPr>
          <p:spPr>
            <a:xfrm>
              <a:off x="5572795" y="4281276"/>
              <a:ext cx="216452" cy="216452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unnel Sans"/>
                <a:ea typeface="+mn-ea"/>
                <a:cs typeface="+mn-cs"/>
              </a:endParaRPr>
            </a:p>
          </p:txBody>
        </p:sp>
      </p:grpSp>
      <p:sp>
        <p:nvSpPr>
          <p:cNvPr id="20" name="Rectangle: Top Corners Rounded 19">
            <a:extLst>
              <a:ext uri="{FF2B5EF4-FFF2-40B4-BE49-F238E27FC236}">
                <a16:creationId xmlns:a16="http://schemas.microsoft.com/office/drawing/2014/main" id="{CD5A982F-7D90-1FC9-A3FD-3CA12F938D06}"/>
              </a:ext>
            </a:extLst>
          </p:cNvPr>
          <p:cNvSpPr/>
          <p:nvPr/>
        </p:nvSpPr>
        <p:spPr>
          <a:xfrm rot="10800000">
            <a:off x="2901308" y="3718016"/>
            <a:ext cx="1943100" cy="145737"/>
          </a:xfrm>
          <a:prstGeom prst="round2SameRect">
            <a:avLst>
              <a:gd name="adj1" fmla="val 44118"/>
              <a:gd name="adj2" fmla="val 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unnel Sans"/>
              <a:ea typeface="+mn-ea"/>
              <a:cs typeface="+mn-cs"/>
            </a:endParaRPr>
          </a:p>
        </p:txBody>
      </p:sp>
      <p:sp>
        <p:nvSpPr>
          <p:cNvPr id="23" name="Rectangle: Top Corners Rounded 22">
            <a:extLst>
              <a:ext uri="{FF2B5EF4-FFF2-40B4-BE49-F238E27FC236}">
                <a16:creationId xmlns:a16="http://schemas.microsoft.com/office/drawing/2014/main" id="{DD3FEA01-FFC2-1208-863F-B376A0F61344}"/>
              </a:ext>
            </a:extLst>
          </p:cNvPr>
          <p:cNvSpPr/>
          <p:nvPr/>
        </p:nvSpPr>
        <p:spPr>
          <a:xfrm rot="10800000">
            <a:off x="3704169" y="3863754"/>
            <a:ext cx="337378" cy="284666"/>
          </a:xfrm>
          <a:prstGeom prst="round2SameRect">
            <a:avLst>
              <a:gd name="adj1" fmla="val 44118"/>
              <a:gd name="adj2" fmla="val 0"/>
            </a:avLst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unnel Sans"/>
              <a:ea typeface="+mn-ea"/>
              <a:cs typeface="+mn-cs"/>
            </a:endParaRPr>
          </a:p>
        </p:txBody>
      </p:sp>
      <p:sp>
        <p:nvSpPr>
          <p:cNvPr id="25" name="Rectangle: Top Corners Rounded 24">
            <a:extLst>
              <a:ext uri="{FF2B5EF4-FFF2-40B4-BE49-F238E27FC236}">
                <a16:creationId xmlns:a16="http://schemas.microsoft.com/office/drawing/2014/main" id="{C847FECE-7F7C-0EA0-9616-6F73763390C8}"/>
              </a:ext>
            </a:extLst>
          </p:cNvPr>
          <p:cNvSpPr/>
          <p:nvPr/>
        </p:nvSpPr>
        <p:spPr>
          <a:xfrm rot="10800000">
            <a:off x="7420792" y="5325472"/>
            <a:ext cx="1943100" cy="145737"/>
          </a:xfrm>
          <a:prstGeom prst="round2SameRect">
            <a:avLst>
              <a:gd name="adj1" fmla="val 44118"/>
              <a:gd name="adj2" fmla="val 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unnel Sans"/>
              <a:ea typeface="+mn-ea"/>
              <a:cs typeface="+mn-cs"/>
            </a:endParaRPr>
          </a:p>
        </p:txBody>
      </p:sp>
      <p:sp>
        <p:nvSpPr>
          <p:cNvPr id="27" name="Rectangle: Top Corners Rounded 26">
            <a:extLst>
              <a:ext uri="{FF2B5EF4-FFF2-40B4-BE49-F238E27FC236}">
                <a16:creationId xmlns:a16="http://schemas.microsoft.com/office/drawing/2014/main" id="{A0D0323F-F5D7-703A-71EA-1847148F5D87}"/>
              </a:ext>
            </a:extLst>
          </p:cNvPr>
          <p:cNvSpPr/>
          <p:nvPr/>
        </p:nvSpPr>
        <p:spPr>
          <a:xfrm rot="10800000">
            <a:off x="8184960" y="5471287"/>
            <a:ext cx="337378" cy="284666"/>
          </a:xfrm>
          <a:prstGeom prst="round2SameRect">
            <a:avLst>
              <a:gd name="adj1" fmla="val 44118"/>
              <a:gd name="adj2" fmla="val 0"/>
            </a:avLst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unnel Sans"/>
              <a:ea typeface="+mn-ea"/>
              <a:cs typeface="+mn-cs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C003D74-F641-A314-5183-6A0F73824558}"/>
              </a:ext>
            </a:extLst>
          </p:cNvPr>
          <p:cNvGrpSpPr/>
          <p:nvPr/>
        </p:nvGrpSpPr>
        <p:grpSpPr>
          <a:xfrm>
            <a:off x="476636" y="2648732"/>
            <a:ext cx="1985597" cy="3428568"/>
            <a:chOff x="3283125" y="2363241"/>
            <a:chExt cx="1789768" cy="3090426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6F827501-2E24-84F8-9E43-F5AB2B6F9CA9}"/>
                </a:ext>
              </a:extLst>
            </p:cNvPr>
            <p:cNvGrpSpPr/>
            <p:nvPr/>
          </p:nvGrpSpPr>
          <p:grpSpPr>
            <a:xfrm>
              <a:off x="3283125" y="2363241"/>
              <a:ext cx="1789768" cy="3001019"/>
              <a:chOff x="3527298" y="2624547"/>
              <a:chExt cx="3423291" cy="1966872"/>
            </a:xfrm>
          </p:grpSpPr>
          <p:sp>
            <p:nvSpPr>
              <p:cNvPr id="34" name="Shape 2">
                <a:extLst>
                  <a:ext uri="{FF2B5EF4-FFF2-40B4-BE49-F238E27FC236}">
                    <a16:creationId xmlns:a16="http://schemas.microsoft.com/office/drawing/2014/main" id="{0CFE9ED6-1339-6227-0BFA-FD71E374B482}"/>
                  </a:ext>
                </a:extLst>
              </p:cNvPr>
              <p:cNvSpPr/>
              <p:nvPr/>
            </p:nvSpPr>
            <p:spPr>
              <a:xfrm>
                <a:off x="3527298" y="2624547"/>
                <a:ext cx="3423291" cy="198956"/>
              </a:xfrm>
              <a:prstGeom prst="round2SameRect">
                <a:avLst>
                  <a:gd name="adj1" fmla="val 32721"/>
                  <a:gd name="adj2" fmla="val 0"/>
                </a:avLst>
              </a:prstGeom>
              <a:solidFill>
                <a:schemeClr val="accent4"/>
              </a:solidFill>
              <a:ln/>
            </p:spPr>
            <p:txBody>
              <a:bodyPr tIns="18288" bIns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unnel Sans Medium" pitchFamily="2" charset="0"/>
                    <a:ea typeface="+mn-ea"/>
                    <a:cs typeface="+mn-cs"/>
                  </a:rPr>
                  <a:t>ACP3</a:t>
                </a:r>
              </a:p>
            </p:txBody>
          </p:sp>
          <p:sp>
            <p:nvSpPr>
              <p:cNvPr id="35" name="Shape 5">
                <a:extLst>
                  <a:ext uri="{FF2B5EF4-FFF2-40B4-BE49-F238E27FC236}">
                    <a16:creationId xmlns:a16="http://schemas.microsoft.com/office/drawing/2014/main" id="{9BEA8349-C286-7935-4E96-357C2073D831}"/>
                  </a:ext>
                </a:extLst>
              </p:cNvPr>
              <p:cNvSpPr/>
              <p:nvPr/>
            </p:nvSpPr>
            <p:spPr>
              <a:xfrm rot="10800000">
                <a:off x="3527298" y="2816654"/>
                <a:ext cx="3423291" cy="1774765"/>
              </a:xfrm>
              <a:prstGeom prst="round2SameRect">
                <a:avLst>
                  <a:gd name="adj1" fmla="val 5779"/>
                  <a:gd name="adj2" fmla="val 0"/>
                </a:avLst>
              </a:prstGeom>
              <a:solidFill>
                <a:srgbClr val="FFFFFF"/>
              </a:solidFill>
              <a:ln/>
            </p:spPr>
            <p:txBody>
              <a:bodyPr lIns="91440" tIns="45720" rIns="91440" bIns="45720" anchor="t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unnel Sans"/>
                  <a:ea typeface="+mn-ea"/>
                  <a:cs typeface="+mn-cs"/>
                </a:endParaRPr>
              </a:p>
            </p:txBody>
          </p:sp>
        </p:grpSp>
        <p:pic>
          <p:nvPicPr>
            <p:cNvPr id="31" name="Picture 4" descr="Image">
              <a:extLst>
                <a:ext uri="{FF2B5EF4-FFF2-40B4-BE49-F238E27FC236}">
                  <a16:creationId xmlns:a16="http://schemas.microsoft.com/office/drawing/2014/main" id="{2568EFDA-FCEB-5AF1-C252-C7CAA498B85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763" t="16729" r="69829" b="9206"/>
            <a:stretch>
              <a:fillRect/>
            </a:stretch>
          </p:blipFill>
          <p:spPr bwMode="auto">
            <a:xfrm>
              <a:off x="3402280" y="2694447"/>
              <a:ext cx="1484327" cy="26296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76E96C20-45BC-5232-929C-95CB818B380E}"/>
                </a:ext>
              </a:extLst>
            </p:cNvPr>
            <p:cNvSpPr txBox="1"/>
            <p:nvPr/>
          </p:nvSpPr>
          <p:spPr>
            <a:xfrm>
              <a:off x="3349193" y="5134445"/>
              <a:ext cx="1657631" cy="3192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unnel Sans Medium" pitchFamily="2" charset="0"/>
                  <a:ea typeface="+mn-ea"/>
                  <a:cs typeface="+mn-cs"/>
                </a:rPr>
                <a:t>Clean tumor uptake</a:t>
              </a:r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02FDFFE9-95B6-5337-8BA3-F8B5540A8C8F}"/>
              </a:ext>
            </a:extLst>
          </p:cNvPr>
          <p:cNvSpPr txBox="1"/>
          <p:nvPr/>
        </p:nvSpPr>
        <p:spPr>
          <a:xfrm>
            <a:off x="2858810" y="2961107"/>
            <a:ext cx="1985598" cy="665877"/>
          </a:xfrm>
          <a:prstGeom prst="roundRect">
            <a:avLst/>
          </a:prstGeom>
          <a:solidFill>
            <a:schemeClr val="accent4"/>
          </a:solidFill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unnel Sans Medium" pitchFamily="2" charset="0"/>
                <a:ea typeface="+mn-ea"/>
                <a:cs typeface="+mn-cs"/>
              </a:rPr>
              <a:t>Tumor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unnel Sans Medium" pitchFamily="2" charset="0"/>
                <a:ea typeface="+mn-ea"/>
                <a:cs typeface="+mn-cs"/>
              </a:rPr>
              <a:t>absorbed dose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E2B0F86-8A49-44E8-A6AE-704D3B512227}"/>
              </a:ext>
            </a:extLst>
          </p:cNvPr>
          <p:cNvSpPr txBox="1"/>
          <p:nvPr/>
        </p:nvSpPr>
        <p:spPr>
          <a:xfrm>
            <a:off x="7395166" y="4583358"/>
            <a:ext cx="1985598" cy="66587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unnel Sans Medium" pitchFamily="2" charset="0"/>
                <a:ea typeface="+mn-ea"/>
                <a:cs typeface="+mn-cs"/>
              </a:rPr>
              <a:t>Organ at risk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unnel Sans Medium" pitchFamily="2" charset="0"/>
                <a:ea typeface="+mn-ea"/>
                <a:cs typeface="+mn-cs"/>
              </a:rPr>
              <a:t>absorbed dose</a:t>
            </a: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F99759EC-F994-63B6-1A5D-48890D07DDFB}"/>
              </a:ext>
            </a:extLst>
          </p:cNvPr>
          <p:cNvGrpSpPr/>
          <p:nvPr/>
        </p:nvGrpSpPr>
        <p:grpSpPr>
          <a:xfrm>
            <a:off x="9761312" y="2648737"/>
            <a:ext cx="1985597" cy="3428562"/>
            <a:chOff x="3283125" y="2363246"/>
            <a:chExt cx="1789768" cy="3090421"/>
          </a:xfrm>
        </p:grpSpPr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2CDD1F0D-0E27-7641-E645-BCE38B38DDC0}"/>
                </a:ext>
              </a:extLst>
            </p:cNvPr>
            <p:cNvGrpSpPr/>
            <p:nvPr/>
          </p:nvGrpSpPr>
          <p:grpSpPr>
            <a:xfrm>
              <a:off x="3283125" y="2363246"/>
              <a:ext cx="1789768" cy="3001023"/>
              <a:chOff x="3527298" y="2624547"/>
              <a:chExt cx="3423291" cy="1966872"/>
            </a:xfrm>
          </p:grpSpPr>
          <p:sp>
            <p:nvSpPr>
              <p:cNvPr id="59" name="Shape 2">
                <a:extLst>
                  <a:ext uri="{FF2B5EF4-FFF2-40B4-BE49-F238E27FC236}">
                    <a16:creationId xmlns:a16="http://schemas.microsoft.com/office/drawing/2014/main" id="{0597EC98-9A0C-B38E-3D77-6E42DDA3BBE1}"/>
                  </a:ext>
                </a:extLst>
              </p:cNvPr>
              <p:cNvSpPr/>
              <p:nvPr/>
            </p:nvSpPr>
            <p:spPr>
              <a:xfrm>
                <a:off x="3527298" y="2624547"/>
                <a:ext cx="3423291" cy="198956"/>
              </a:xfrm>
              <a:prstGeom prst="round2SameRect">
                <a:avLst>
                  <a:gd name="adj1" fmla="val 32721"/>
                  <a:gd name="adj2" fmla="val 0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/>
            </p:spPr>
            <p:txBody>
              <a:bodyPr tIns="18288" bIns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unnel Sans Medium" pitchFamily="2" charset="0"/>
                    <a:ea typeface="+mn-ea"/>
                    <a:cs typeface="+mn-cs"/>
                  </a:rPr>
                  <a:t>PSMA</a:t>
                </a:r>
              </a:p>
            </p:txBody>
          </p:sp>
          <p:sp>
            <p:nvSpPr>
              <p:cNvPr id="60" name="Shape 5">
                <a:extLst>
                  <a:ext uri="{FF2B5EF4-FFF2-40B4-BE49-F238E27FC236}">
                    <a16:creationId xmlns:a16="http://schemas.microsoft.com/office/drawing/2014/main" id="{D361A9E1-A05F-1194-7470-E6C78735519F}"/>
                  </a:ext>
                </a:extLst>
              </p:cNvPr>
              <p:cNvSpPr/>
              <p:nvPr/>
            </p:nvSpPr>
            <p:spPr>
              <a:xfrm rot="10800000">
                <a:off x="3527298" y="2816654"/>
                <a:ext cx="3423291" cy="1774765"/>
              </a:xfrm>
              <a:prstGeom prst="round2SameRect">
                <a:avLst>
                  <a:gd name="adj1" fmla="val 5779"/>
                  <a:gd name="adj2" fmla="val 0"/>
                </a:avLst>
              </a:prstGeom>
              <a:solidFill>
                <a:srgbClr val="FFFFFF"/>
              </a:solidFill>
              <a:ln/>
            </p:spPr>
            <p:txBody>
              <a:bodyPr lIns="91440" tIns="45720" rIns="91440" bIns="45720" anchor="t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unnel Sans"/>
                  <a:ea typeface="+mn-ea"/>
                  <a:cs typeface="+mn-cs"/>
                </a:endParaRPr>
              </a:p>
            </p:txBody>
          </p:sp>
        </p:grpSp>
        <p:pic>
          <p:nvPicPr>
            <p:cNvPr id="57" name="Picture 4" descr="Image">
              <a:extLst>
                <a:ext uri="{FF2B5EF4-FFF2-40B4-BE49-F238E27FC236}">
                  <a16:creationId xmlns:a16="http://schemas.microsoft.com/office/drawing/2014/main" id="{77BA774F-4251-B790-8052-077EA3A7354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0728" t="16692" r="46864" b="9244"/>
            <a:stretch>
              <a:fillRect/>
            </a:stretch>
          </p:blipFill>
          <p:spPr bwMode="auto">
            <a:xfrm>
              <a:off x="3402280" y="2694447"/>
              <a:ext cx="1484327" cy="26296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D4CCC96C-BD68-0EAE-8F9D-8AFE71A931E3}"/>
                </a:ext>
              </a:extLst>
            </p:cNvPr>
            <p:cNvSpPr txBox="1"/>
            <p:nvPr/>
          </p:nvSpPr>
          <p:spPr>
            <a:xfrm>
              <a:off x="3349193" y="5134445"/>
              <a:ext cx="1657631" cy="3192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unnel Sans Medium" pitchFamily="2" charset="0"/>
                  <a:ea typeface="+mn-ea"/>
                  <a:cs typeface="+mn-cs"/>
                </a:rPr>
                <a:t>Healthy organ uptake</a:t>
              </a: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43FF3C97-B083-CEED-82D5-841C282DB4F6}"/>
              </a:ext>
            </a:extLst>
          </p:cNvPr>
          <p:cNvSpPr txBox="1"/>
          <p:nvPr/>
        </p:nvSpPr>
        <p:spPr>
          <a:xfrm>
            <a:off x="-3101" y="6666308"/>
            <a:ext cx="963725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Sources: </a:t>
            </a: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unnel Sans"/>
                <a:ea typeface="+mn-ea"/>
                <a:cs typeface="+mn-cs"/>
                <a:hlinkClick r:id="rId3"/>
              </a:rPr>
              <a:t>Backhaus SNMMI Annual Meeting 2025</a:t>
            </a:r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unnel Sans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10C16A-D1F9-4EAE-F2F0-A8243EA1D37F}"/>
              </a:ext>
            </a:extLst>
          </p:cNvPr>
          <p:cNvSpPr txBox="1"/>
          <p:nvPr/>
        </p:nvSpPr>
        <p:spPr>
          <a:xfrm>
            <a:off x="3057293" y="4351277"/>
            <a:ext cx="2088226" cy="119760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unnel Sans Light"/>
                <a:ea typeface="+mn-ea"/>
                <a:cs typeface="+mn-cs"/>
              </a:rPr>
              <a:t>Drive up by: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unnel Sans Light"/>
                <a:ea typeface="+mn-ea"/>
                <a:cs typeface="+mn-cs"/>
              </a:rPr>
              <a:t>Target selection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unnel Sans Light"/>
                <a:ea typeface="+mn-ea"/>
                <a:cs typeface="+mn-cs"/>
              </a:rPr>
              <a:t>: Maximizing target expression in tumor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unnel Sans Ligh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unnel Sans Light"/>
              <a:ea typeface="+mn-ea"/>
              <a:cs typeface="+mn-cs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BA6C59D-5947-DE5F-5CBD-27EC3AF330CC}"/>
              </a:ext>
            </a:extLst>
          </p:cNvPr>
          <p:cNvCxnSpPr>
            <a:cxnSpLocks/>
          </p:cNvCxnSpPr>
          <p:nvPr/>
        </p:nvCxnSpPr>
        <p:spPr>
          <a:xfrm flipV="1">
            <a:off x="2810828" y="4361500"/>
            <a:ext cx="0" cy="1064965"/>
          </a:xfrm>
          <a:prstGeom prst="straightConnector1">
            <a:avLst/>
          </a:prstGeom>
          <a:ln w="57150">
            <a:solidFill>
              <a:schemeClr val="accent4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94098B8-9D55-2BC1-595F-DB4150BF816A}"/>
              </a:ext>
            </a:extLst>
          </p:cNvPr>
          <p:cNvSpPr txBox="1"/>
          <p:nvPr/>
        </p:nvSpPr>
        <p:spPr>
          <a:xfrm>
            <a:off x="7620570" y="3093950"/>
            <a:ext cx="2097780" cy="119760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unnel Sans Light"/>
                <a:ea typeface="+mn-ea"/>
                <a:cs typeface="+mn-cs"/>
              </a:rPr>
              <a:t>Drive down by: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unnel Sans Light"/>
                <a:ea typeface="+mn-ea"/>
                <a:cs typeface="+mn-cs"/>
              </a:rPr>
              <a:t>Target selection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unnel Sans Light"/>
                <a:ea typeface="+mn-ea"/>
                <a:cs typeface="+mn-cs"/>
              </a:rPr>
              <a:t>: Minimizing target expression or accessibility in healthy tissues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unnel Sans Ligh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unnel Sans Light"/>
              <a:ea typeface="+mn-ea"/>
              <a:cs typeface="+mn-cs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CE8A016-0F79-58CE-B811-8B293064C21B}"/>
              </a:ext>
            </a:extLst>
          </p:cNvPr>
          <p:cNvCxnSpPr>
            <a:cxnSpLocks/>
          </p:cNvCxnSpPr>
          <p:nvPr/>
        </p:nvCxnSpPr>
        <p:spPr>
          <a:xfrm flipV="1">
            <a:off x="7336174" y="3263223"/>
            <a:ext cx="0" cy="1064965"/>
          </a:xfrm>
          <a:prstGeom prst="straightConnector1">
            <a:avLst/>
          </a:prstGeom>
          <a:ln w="57150">
            <a:solidFill>
              <a:schemeClr val="accent6">
                <a:lumMod val="20000"/>
                <a:lumOff val="80000"/>
              </a:schemeClr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80603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B0ECD5-9A34-186E-83C1-3B50A08AE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A97B9C5-1ACB-E8A9-DF48-D5A48BF7D1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89675D1-E3B7-E4B3-E346-1E0127366460}"/>
              </a:ext>
            </a:extLst>
          </p:cNvPr>
          <p:cNvSpPr/>
          <p:nvPr/>
        </p:nvSpPr>
        <p:spPr>
          <a:xfrm>
            <a:off x="10725426" y="0"/>
            <a:ext cx="1466574" cy="534504"/>
          </a:xfrm>
          <a:prstGeom prst="rect">
            <a:avLst/>
          </a:prstGeom>
          <a:solidFill>
            <a:srgbClr val="F6F3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unnel Sans"/>
              <a:ea typeface="+mn-ea"/>
              <a:cs typeface="+mn-cs"/>
            </a:endParaRPr>
          </a:p>
        </p:txBody>
      </p:sp>
      <p:sp>
        <p:nvSpPr>
          <p:cNvPr id="10" name="Footer Placeholder 1">
            <a:extLst>
              <a:ext uri="{FF2B5EF4-FFF2-40B4-BE49-F238E27FC236}">
                <a16:creationId xmlns:a16="http://schemas.microsoft.com/office/drawing/2014/main" id="{41EBC734-B832-36A7-1A9A-055C3D93180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108812" y="255984"/>
            <a:ext cx="871608" cy="13398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656670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Confidential</a:t>
            </a:r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656670"/>
              </a:solidFill>
              <a:effectLst/>
              <a:uLnTx/>
              <a:uFillTx/>
              <a:latin typeface="Funnel Sans"/>
              <a:ea typeface="+mn-ea"/>
              <a:cs typeface="+mn-cs"/>
            </a:endParaRPr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ECBCC6C3-CE67-8E27-C3F3-4555E2BF913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628119" y="255984"/>
            <a:ext cx="306703" cy="13398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41E5F93-45D3-472F-9EA1-BCB47A04FF6B}" type="slidenum">
              <a:rPr kumimoji="0" lang="en-GB" sz="900" b="0" i="0" u="none" strike="noStrike" kern="1200" cap="none" spc="-39" normalizeH="0" baseline="0" noProof="0" smtClean="0">
                <a:ln>
                  <a:noFill/>
                </a:ln>
                <a:solidFill>
                  <a:srgbClr val="656670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GB" sz="900" b="0" i="0" u="none" strike="noStrike" kern="1200" cap="none" spc="-39" normalizeH="0" baseline="0" noProof="0">
              <a:ln>
                <a:noFill/>
              </a:ln>
              <a:solidFill>
                <a:srgbClr val="656670"/>
              </a:solidFill>
              <a:effectLst/>
              <a:uLnTx/>
              <a:uFillTx/>
              <a:latin typeface="Funnel San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042593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0C1AA-0D2A-7EEE-EC7A-5E101D6DF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067592A3-E557-FA97-EE59-380A02D581BA}"/>
              </a:ext>
            </a:extLst>
          </p:cNvPr>
          <p:cNvSpPr/>
          <p:nvPr/>
        </p:nvSpPr>
        <p:spPr>
          <a:xfrm>
            <a:off x="254000" y="254000"/>
            <a:ext cx="882651" cy="3048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2400"/>
          </a:p>
        </p:txBody>
      </p:sp>
      <p:sp>
        <p:nvSpPr>
          <p:cNvPr id="5" name="Shape 19">
            <a:extLst>
              <a:ext uri="{FF2B5EF4-FFF2-40B4-BE49-F238E27FC236}">
                <a16:creationId xmlns:a16="http://schemas.microsoft.com/office/drawing/2014/main" id="{67BF9BD9-889A-0116-CBCE-BE0027FD80FB}"/>
              </a:ext>
            </a:extLst>
          </p:cNvPr>
          <p:cNvSpPr/>
          <p:nvPr/>
        </p:nvSpPr>
        <p:spPr>
          <a:xfrm>
            <a:off x="2082801" y="330201"/>
            <a:ext cx="139700" cy="1143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2400"/>
          </a:p>
        </p:txBody>
      </p:sp>
      <p:pic>
        <p:nvPicPr>
          <p:cNvPr id="6" name="Image 3" descr="preencoded.png">
            <a:extLst>
              <a:ext uri="{FF2B5EF4-FFF2-40B4-BE49-F238E27FC236}">
                <a16:creationId xmlns:a16="http://schemas.microsoft.com/office/drawing/2014/main" id="{6919EB30-B6DB-AE2C-D3DD-C94224267A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03" y="254000"/>
            <a:ext cx="156939" cy="191368"/>
          </a:xfrm>
          <a:prstGeom prst="rect">
            <a:avLst/>
          </a:prstGeom>
        </p:spPr>
      </p:pic>
      <p:pic>
        <p:nvPicPr>
          <p:cNvPr id="7" name="Image 4" descr="preencoded.png">
            <a:extLst>
              <a:ext uri="{FF2B5EF4-FFF2-40B4-BE49-F238E27FC236}">
                <a16:creationId xmlns:a16="http://schemas.microsoft.com/office/drawing/2014/main" id="{1565FD05-35DE-DAA4-C056-2E6DC73211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028" y="459541"/>
            <a:ext cx="968" cy="4"/>
          </a:xfrm>
          <a:prstGeom prst="rect">
            <a:avLst/>
          </a:prstGeom>
        </p:spPr>
      </p:pic>
      <p:pic>
        <p:nvPicPr>
          <p:cNvPr id="8" name="Image 5" descr="preencoded.png">
            <a:extLst>
              <a:ext uri="{FF2B5EF4-FFF2-40B4-BE49-F238E27FC236}">
                <a16:creationId xmlns:a16="http://schemas.microsoft.com/office/drawing/2014/main" id="{DD938994-CE7C-B64D-4FDD-15D88080CE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756" y="459546"/>
            <a:ext cx="297" cy="4"/>
          </a:xfrm>
          <a:prstGeom prst="rect">
            <a:avLst/>
          </a:prstGeom>
        </p:spPr>
      </p:pic>
      <p:pic>
        <p:nvPicPr>
          <p:cNvPr id="9" name="Image 6" descr="preencoded.png">
            <a:extLst>
              <a:ext uri="{FF2B5EF4-FFF2-40B4-BE49-F238E27FC236}">
                <a16:creationId xmlns:a16="http://schemas.microsoft.com/office/drawing/2014/main" id="{4455EE31-0E88-4428-0ADE-3FE1D2A8D1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261" y="473634"/>
            <a:ext cx="471" cy="4"/>
          </a:xfrm>
          <a:prstGeom prst="rect">
            <a:avLst/>
          </a:prstGeom>
        </p:spPr>
      </p:pic>
      <p:pic>
        <p:nvPicPr>
          <p:cNvPr id="10" name="Image 7" descr="preencoded.png">
            <a:extLst>
              <a:ext uri="{FF2B5EF4-FFF2-40B4-BE49-F238E27FC236}">
                <a16:creationId xmlns:a16="http://schemas.microsoft.com/office/drawing/2014/main" id="{73A4D0E7-69CC-77BD-7BDE-5380F11C3A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300" y="305277"/>
            <a:ext cx="137641" cy="202443"/>
          </a:xfrm>
          <a:prstGeom prst="rect">
            <a:avLst/>
          </a:prstGeom>
        </p:spPr>
      </p:pic>
      <p:pic>
        <p:nvPicPr>
          <p:cNvPr id="11" name="Image 8" descr="preencoded.png">
            <a:extLst>
              <a:ext uri="{FF2B5EF4-FFF2-40B4-BE49-F238E27FC236}">
                <a16:creationId xmlns:a16="http://schemas.microsoft.com/office/drawing/2014/main" id="{6FE96623-0F4C-83B6-9438-12AEC7FD2B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3372" y="360473"/>
            <a:ext cx="126579" cy="147243"/>
          </a:xfrm>
          <a:prstGeom prst="rect">
            <a:avLst/>
          </a:prstGeom>
        </p:spPr>
      </p:pic>
      <p:pic>
        <p:nvPicPr>
          <p:cNvPr id="12" name="Image 9" descr="preencoded.png">
            <a:extLst>
              <a:ext uri="{FF2B5EF4-FFF2-40B4-BE49-F238E27FC236}">
                <a16:creationId xmlns:a16="http://schemas.microsoft.com/office/drawing/2014/main" id="{B4DE63F3-D296-FED6-7EFB-7C672C0BF4C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2928" y="360456"/>
            <a:ext cx="131737" cy="198345"/>
          </a:xfrm>
          <a:prstGeom prst="rect">
            <a:avLst/>
          </a:prstGeom>
        </p:spPr>
      </p:pic>
      <p:pic>
        <p:nvPicPr>
          <p:cNvPr id="13" name="Image 10" descr="preencoded.png">
            <a:extLst>
              <a:ext uri="{FF2B5EF4-FFF2-40B4-BE49-F238E27FC236}">
                <a16:creationId xmlns:a16="http://schemas.microsoft.com/office/drawing/2014/main" id="{495946FC-3AA4-9B03-89A1-8C4D184E07D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1142" y="360468"/>
            <a:ext cx="135508" cy="147243"/>
          </a:xfrm>
          <a:prstGeom prst="rect">
            <a:avLst/>
          </a:prstGeom>
        </p:spPr>
      </p:pic>
      <p:pic>
        <p:nvPicPr>
          <p:cNvPr id="14" name="Image 11" descr="preencoded.png">
            <a:extLst>
              <a:ext uri="{FF2B5EF4-FFF2-40B4-BE49-F238E27FC236}">
                <a16:creationId xmlns:a16="http://schemas.microsoft.com/office/drawing/2014/main" id="{A0EFAEE5-3B1B-46E3-323E-F3EF3F94773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5419" y="376364"/>
            <a:ext cx="174501" cy="157568"/>
          </a:xfrm>
          <a:prstGeom prst="rect">
            <a:avLst/>
          </a:prstGeom>
        </p:spPr>
      </p:pic>
      <p:pic>
        <p:nvPicPr>
          <p:cNvPr id="15" name="Image 12" descr="preencoded.png">
            <a:extLst>
              <a:ext uri="{FF2B5EF4-FFF2-40B4-BE49-F238E27FC236}">
                <a16:creationId xmlns:a16="http://schemas.microsoft.com/office/drawing/2014/main" id="{165055B0-F49D-F561-07F7-19B241AB671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4000" y="376361"/>
            <a:ext cx="174501" cy="157575"/>
          </a:xfrm>
          <a:prstGeom prst="rect">
            <a:avLst/>
          </a:prstGeom>
        </p:spPr>
      </p:pic>
      <p:sp>
        <p:nvSpPr>
          <p:cNvPr id="16" name="Text 28">
            <a:extLst>
              <a:ext uri="{FF2B5EF4-FFF2-40B4-BE49-F238E27FC236}">
                <a16:creationId xmlns:a16="http://schemas.microsoft.com/office/drawing/2014/main" id="{D335D464-ACCF-BCAB-1F6C-DE94DBCA9A53}"/>
              </a:ext>
            </a:extLst>
          </p:cNvPr>
          <p:cNvSpPr/>
          <p:nvPr/>
        </p:nvSpPr>
        <p:spPr>
          <a:xfrm>
            <a:off x="441342" y="-50799"/>
            <a:ext cx="11124153" cy="762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ts val="3000"/>
              </a:lnSpc>
            </a:pPr>
            <a:endParaRPr lang="en-US" sz="2400">
              <a:latin typeface="Funnel San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9D4AEDC-51EC-DDA7-6CA3-F6D8F297983E}"/>
              </a:ext>
            </a:extLst>
          </p:cNvPr>
          <p:cNvSpPr txBox="1"/>
          <p:nvPr/>
        </p:nvSpPr>
        <p:spPr>
          <a:xfrm>
            <a:off x="11055350" y="6614136"/>
            <a:ext cx="11366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/>
              <a:t>Confidential </a:t>
            </a:r>
            <a:fld id="{F55465F9-4A58-45DB-8234-396342B5FF6F}" type="slidenum">
              <a:rPr lang="en-US" sz="1000" smtClean="0"/>
              <a:pPr algn="r"/>
              <a:t>7</a:t>
            </a:fld>
            <a:endParaRPr lang="en-US" sz="100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3448306F-5545-AB56-D0E8-1772FBD4DE44}"/>
              </a:ext>
            </a:extLst>
          </p:cNvPr>
          <p:cNvSpPr/>
          <p:nvPr/>
        </p:nvSpPr>
        <p:spPr>
          <a:xfrm>
            <a:off x="227264" y="711101"/>
            <a:ext cx="11496658" cy="762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ts val="3000"/>
              </a:lnSpc>
            </a:pPr>
            <a:r>
              <a:rPr lang="en-US" sz="2400" kern="0" spc="-24">
                <a:solidFill>
                  <a:srgbClr val="000000">
                    <a:alpha val="99000"/>
                  </a:srgbClr>
                </a:solidFill>
                <a:latin typeface="+mj-lt"/>
                <a:ea typeface="Funnel Sans"/>
              </a:rPr>
              <a:t>Looking beyond pure tumor vs. healthy expression: Harnessing tumor-specific epitopes which become accessible through loss of cell polarization &amp; overexpression</a:t>
            </a:r>
            <a:endParaRPr lang="en-US" sz="2400">
              <a:solidFill>
                <a:srgbClr val="000000">
                  <a:alpha val="99000"/>
                </a:srgbClr>
              </a:solidFill>
              <a:latin typeface="+mj-lt"/>
              <a:ea typeface="Funnel Sans"/>
            </a:endParaRPr>
          </a:p>
        </p:txBody>
      </p:sp>
      <p:sp>
        <p:nvSpPr>
          <p:cNvPr id="47" name="Shape 1">
            <a:extLst>
              <a:ext uri="{FF2B5EF4-FFF2-40B4-BE49-F238E27FC236}">
                <a16:creationId xmlns:a16="http://schemas.microsoft.com/office/drawing/2014/main" id="{AB0F500A-F92D-677E-A5CF-7D035D44ECDA}"/>
              </a:ext>
            </a:extLst>
          </p:cNvPr>
          <p:cNvSpPr/>
          <p:nvPr/>
        </p:nvSpPr>
        <p:spPr>
          <a:xfrm>
            <a:off x="227264" y="1508776"/>
            <a:ext cx="11757078" cy="0"/>
          </a:xfrm>
          <a:prstGeom prst="line">
            <a:avLst/>
          </a:prstGeom>
          <a:noFill/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317DEC0-EFA5-60DA-B366-4A18D8301D0B}"/>
              </a:ext>
            </a:extLst>
          </p:cNvPr>
          <p:cNvGrpSpPr/>
          <p:nvPr/>
        </p:nvGrpSpPr>
        <p:grpSpPr>
          <a:xfrm>
            <a:off x="710731" y="2676600"/>
            <a:ext cx="4649376" cy="3078314"/>
            <a:chOff x="200840" y="2676599"/>
            <a:chExt cx="4649376" cy="3078314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D2FC3156-C164-C7FA-9A9C-081546BD9988}"/>
                </a:ext>
              </a:extLst>
            </p:cNvPr>
            <p:cNvGrpSpPr/>
            <p:nvPr/>
          </p:nvGrpSpPr>
          <p:grpSpPr>
            <a:xfrm>
              <a:off x="200840" y="2676599"/>
              <a:ext cx="4649376" cy="3078314"/>
              <a:chOff x="158729" y="1613265"/>
              <a:chExt cx="6043804" cy="4001553"/>
            </a:xfrm>
          </p:grpSpPr>
          <p:pic>
            <p:nvPicPr>
              <p:cNvPr id="19" name="Picture 2" descr="Figure 1">
                <a:extLst>
                  <a:ext uri="{FF2B5EF4-FFF2-40B4-BE49-F238E27FC236}">
                    <a16:creationId xmlns:a16="http://schemas.microsoft.com/office/drawing/2014/main" id="{4927FAB0-CA13-DAB7-7D0B-97C5C39859A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49687" r="30305"/>
              <a:stretch>
                <a:fillRect/>
              </a:stretch>
            </p:blipFill>
            <p:spPr bwMode="auto">
              <a:xfrm>
                <a:off x="473975" y="2332067"/>
                <a:ext cx="5310796" cy="237222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12EAC7A-C36C-2801-01F9-7B5BEFA8627F}"/>
                  </a:ext>
                </a:extLst>
              </p:cNvPr>
              <p:cNvSpPr/>
              <p:nvPr/>
            </p:nvSpPr>
            <p:spPr>
              <a:xfrm>
                <a:off x="669120" y="1613265"/>
                <a:ext cx="5115651" cy="122523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54AB95E6-C279-253D-B401-7FAC36EE4F56}"/>
                  </a:ext>
                </a:extLst>
              </p:cNvPr>
              <p:cNvSpPr/>
              <p:nvPr/>
            </p:nvSpPr>
            <p:spPr>
              <a:xfrm>
                <a:off x="1925040" y="2281880"/>
                <a:ext cx="1301905" cy="168442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D20A494-3E42-0355-D775-25C24A8162CC}"/>
                  </a:ext>
                </a:extLst>
              </p:cNvPr>
              <p:cNvSpPr txBox="1"/>
              <p:nvPr/>
            </p:nvSpPr>
            <p:spPr>
              <a:xfrm>
                <a:off x="158729" y="2441376"/>
                <a:ext cx="2536384" cy="8401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200" b="1"/>
                  <a:t>Apical target </a:t>
                </a:r>
                <a:r>
                  <a:rPr lang="en-GB" sz="1200"/>
                  <a:t>expression in </a:t>
                </a:r>
                <a:r>
                  <a:rPr lang="en-GB" sz="1200" b="1"/>
                  <a:t>normal</a:t>
                </a:r>
                <a:r>
                  <a:rPr lang="en-GB" sz="1200"/>
                  <a:t> epithelium </a:t>
                </a:r>
              </a:p>
              <a:p>
                <a:r>
                  <a:rPr lang="en-GB" sz="1200"/>
                  <a:t>=&gt; </a:t>
                </a:r>
                <a:r>
                  <a:rPr lang="en-GB" sz="1200" u="sng"/>
                  <a:t>inaccessible</a:t>
                </a:r>
              </a:p>
            </p:txBody>
          </p:sp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837550AA-F5E2-ADC4-E1F4-31C160F33C2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25040" y="3362821"/>
                <a:ext cx="70193" cy="50254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38270F2-E5B0-1F28-21BC-221B0E874373}"/>
                  </a:ext>
                </a:extLst>
              </p:cNvPr>
              <p:cNvSpPr txBox="1"/>
              <p:nvPr/>
            </p:nvSpPr>
            <p:spPr>
              <a:xfrm>
                <a:off x="3241030" y="4774641"/>
                <a:ext cx="2961503" cy="8401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noProof="0"/>
                  <a:t>Target overexpression on the entire </a:t>
                </a:r>
                <a:r>
                  <a:rPr lang="en-US" sz="1200" b="1" noProof="0"/>
                  <a:t>tumor </a:t>
                </a:r>
                <a:r>
                  <a:rPr lang="en-US" sz="1200" noProof="0"/>
                  <a:t>cell membrane </a:t>
                </a:r>
              </a:p>
              <a:p>
                <a:r>
                  <a:rPr lang="en-US" sz="1200" noProof="0"/>
                  <a:t>=&gt; </a:t>
                </a:r>
                <a:r>
                  <a:rPr lang="en-US" sz="1200" u="sng" noProof="0"/>
                  <a:t>accessible</a:t>
                </a:r>
              </a:p>
            </p:txBody>
          </p:sp>
          <p:cxnSp>
            <p:nvCxnSpPr>
              <p:cNvPr id="25" name="Straight Arrow Connector 24">
                <a:extLst>
                  <a:ext uri="{FF2B5EF4-FFF2-40B4-BE49-F238E27FC236}">
                    <a16:creationId xmlns:a16="http://schemas.microsoft.com/office/drawing/2014/main" id="{61595738-2641-9859-2A39-4BCFD810492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325254" y="4611137"/>
                <a:ext cx="160823" cy="25842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85E168C8-94DF-A4C2-57ED-F61AE046B9AD}"/>
                  </a:ext>
                </a:extLst>
              </p:cNvPr>
              <p:cNvSpPr txBox="1"/>
              <p:nvPr/>
            </p:nvSpPr>
            <p:spPr>
              <a:xfrm>
                <a:off x="240937" y="1713516"/>
                <a:ext cx="1684103" cy="3600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1200" b="1" i="1"/>
                  <a:t>Inside the colon</a:t>
                </a:r>
              </a:p>
            </p:txBody>
          </p:sp>
        </p:grp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7905E2C8-71AD-8831-4AB7-6EF1AE12831B}"/>
                </a:ext>
              </a:extLst>
            </p:cNvPr>
            <p:cNvSpPr/>
            <p:nvPr/>
          </p:nvSpPr>
          <p:spPr>
            <a:xfrm>
              <a:off x="3923071" y="3673264"/>
              <a:ext cx="649728" cy="62343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FEA04C44-7B02-C488-93DB-94E0F0A930B5}"/>
              </a:ext>
            </a:extLst>
          </p:cNvPr>
          <p:cNvSpPr/>
          <p:nvPr/>
        </p:nvSpPr>
        <p:spPr>
          <a:xfrm>
            <a:off x="773972" y="2747234"/>
            <a:ext cx="4486917" cy="2103585"/>
          </a:xfrm>
          <a:prstGeom prst="rect">
            <a:avLst/>
          </a:prstGeom>
          <a:solidFill>
            <a:srgbClr val="303428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6B1DFB1-2B97-EA9B-9046-6E29A9604607}"/>
              </a:ext>
            </a:extLst>
          </p:cNvPr>
          <p:cNvSpPr txBox="1"/>
          <p:nvPr/>
        </p:nvSpPr>
        <p:spPr>
          <a:xfrm>
            <a:off x="763386" y="5934272"/>
            <a:ext cx="10807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b="1" i="1"/>
              <a:t>Bloodstream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8A37781E-04A3-0CE9-7B4F-0D6C30FA1B49}"/>
              </a:ext>
            </a:extLst>
          </p:cNvPr>
          <p:cNvCxnSpPr>
            <a:cxnSpLocks/>
          </p:cNvCxnSpPr>
          <p:nvPr/>
        </p:nvCxnSpPr>
        <p:spPr>
          <a:xfrm>
            <a:off x="624916" y="2477728"/>
            <a:ext cx="480847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E5784E2E-6653-3B3F-D61C-ED1FE024CC12}"/>
              </a:ext>
            </a:extLst>
          </p:cNvPr>
          <p:cNvSpPr txBox="1"/>
          <p:nvPr/>
        </p:nvSpPr>
        <p:spPr>
          <a:xfrm>
            <a:off x="600300" y="1851653"/>
            <a:ext cx="48728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/>
              <a:t>Example 1</a:t>
            </a:r>
            <a:r>
              <a:rPr lang="en-US" sz="1600"/>
              <a:t>: Apical localization due to healthy cell polarization is lost due to malignant transformation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E5BB9E92-DAE6-B4E4-0DDE-F0BBB3FD434F}"/>
              </a:ext>
            </a:extLst>
          </p:cNvPr>
          <p:cNvCxnSpPr>
            <a:cxnSpLocks/>
          </p:cNvCxnSpPr>
          <p:nvPr/>
        </p:nvCxnSpPr>
        <p:spPr>
          <a:xfrm>
            <a:off x="6120979" y="2477728"/>
            <a:ext cx="523894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FB0ADFC6-4EAC-CFCC-1579-8DEF21B5F15A}"/>
              </a:ext>
            </a:extLst>
          </p:cNvPr>
          <p:cNvSpPr txBox="1"/>
          <p:nvPr/>
        </p:nvSpPr>
        <p:spPr>
          <a:xfrm>
            <a:off x="6096363" y="1829844"/>
            <a:ext cx="52635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/>
              <a:t>Example 2</a:t>
            </a:r>
            <a:r>
              <a:rPr lang="en-US" sz="1600"/>
              <a:t>: Tight junction localization due to healthy cell polarization is lost due to malignant transformation</a:t>
            </a:r>
          </a:p>
        </p:txBody>
      </p:sp>
      <p:pic>
        <p:nvPicPr>
          <p:cNvPr id="46" name="Picture 45" descr="A diagram of a healthy and uncontrolled cell&#10;&#10;AI-generated content may be incorrect.">
            <a:extLst>
              <a:ext uri="{FF2B5EF4-FFF2-40B4-BE49-F238E27FC236}">
                <a16:creationId xmlns:a16="http://schemas.microsoft.com/office/drawing/2014/main" id="{02CBB92F-E5B2-5523-48F2-758B0F353A3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20979" y="2817618"/>
            <a:ext cx="5141624" cy="2737605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DEC597C6-5958-A2C0-C33E-A70AB652D38D}"/>
              </a:ext>
            </a:extLst>
          </p:cNvPr>
          <p:cNvSpPr txBox="1"/>
          <p:nvPr/>
        </p:nvSpPr>
        <p:spPr>
          <a:xfrm>
            <a:off x="6568862" y="5555223"/>
            <a:ext cx="18358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Target fully “occupied” in tight junctions </a:t>
            </a:r>
          </a:p>
          <a:p>
            <a:pPr algn="ctr"/>
            <a:r>
              <a:rPr lang="en-US" sz="1200"/>
              <a:t>=&gt; </a:t>
            </a:r>
            <a:r>
              <a:rPr lang="en-US" sz="1200" u="sng"/>
              <a:t>inaccessible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AAD203E-93D2-0571-4E2E-2DA5361FB668}"/>
              </a:ext>
            </a:extLst>
          </p:cNvPr>
          <p:cNvSpPr txBox="1"/>
          <p:nvPr/>
        </p:nvSpPr>
        <p:spPr>
          <a:xfrm>
            <a:off x="9000355" y="5555223"/>
            <a:ext cx="20924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Target overexpressed &amp; present outside junctions </a:t>
            </a:r>
          </a:p>
          <a:p>
            <a:pPr algn="ctr"/>
            <a:r>
              <a:rPr lang="en-US" sz="1200"/>
              <a:t>=&gt; </a:t>
            </a:r>
            <a:r>
              <a:rPr lang="en-US" sz="1200" u="sng"/>
              <a:t>accessible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6E0EADD4-5EA9-D44D-60F5-8FDF95EAEA56}"/>
              </a:ext>
            </a:extLst>
          </p:cNvPr>
          <p:cNvCxnSpPr/>
          <p:nvPr/>
        </p:nvCxnSpPr>
        <p:spPr>
          <a:xfrm flipV="1">
            <a:off x="7479070" y="5135890"/>
            <a:ext cx="0" cy="4389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861B122A-00F2-9C10-C94A-597B00696F9A}"/>
              </a:ext>
            </a:extLst>
          </p:cNvPr>
          <p:cNvCxnSpPr>
            <a:cxnSpLocks/>
          </p:cNvCxnSpPr>
          <p:nvPr/>
        </p:nvCxnSpPr>
        <p:spPr>
          <a:xfrm flipV="1">
            <a:off x="9655277" y="4293697"/>
            <a:ext cx="0" cy="12508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53F5367F-6B5A-D965-C4D1-120512926B3E}"/>
              </a:ext>
            </a:extLst>
          </p:cNvPr>
          <p:cNvSpPr txBox="1"/>
          <p:nvPr/>
        </p:nvSpPr>
        <p:spPr>
          <a:xfrm>
            <a:off x="0" y="6611779"/>
            <a:ext cx="12065520" cy="24622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000"/>
              <a:t>Adapted from </a:t>
            </a:r>
            <a:r>
              <a:rPr lang="en-US" sz="1000">
                <a:hlinkClick r:id="rId13"/>
              </a:rPr>
              <a:t>Aka Exp Rev Clin Pharmacol 2017</a:t>
            </a:r>
            <a:r>
              <a:rPr lang="en-US" sz="1000"/>
              <a:t>, </a:t>
            </a:r>
            <a:r>
              <a:rPr lang="en-US" sz="1000">
                <a:ea typeface="+mn-lt"/>
                <a:cs typeface="+mn-lt"/>
                <a:hlinkClick r:id="rId14"/>
              </a:rPr>
              <a:t>Image – Alentis</a:t>
            </a:r>
            <a:endParaRPr lang="en-US" sz="100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48C6489-4C56-5F09-4FE1-683A9EF2692C}"/>
              </a:ext>
            </a:extLst>
          </p:cNvPr>
          <p:cNvSpPr/>
          <p:nvPr/>
        </p:nvSpPr>
        <p:spPr>
          <a:xfrm>
            <a:off x="777144" y="4845251"/>
            <a:ext cx="4486917" cy="1398656"/>
          </a:xfrm>
          <a:prstGeom prst="rect">
            <a:avLst/>
          </a:prstGeom>
          <a:solidFill>
            <a:srgbClr val="FF9999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808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C8E7E2-672E-9922-E05B-1AAE15819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28">
            <a:extLst>
              <a:ext uri="{FF2B5EF4-FFF2-40B4-BE49-F238E27FC236}">
                <a16:creationId xmlns:a16="http://schemas.microsoft.com/office/drawing/2014/main" id="{83938833-1649-ABC2-C544-FD70FD2778A9}"/>
              </a:ext>
            </a:extLst>
          </p:cNvPr>
          <p:cNvSpPr/>
          <p:nvPr/>
        </p:nvSpPr>
        <p:spPr>
          <a:xfrm>
            <a:off x="227264" y="711101"/>
            <a:ext cx="11496658" cy="762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ts val="3000"/>
              </a:lnSpc>
            </a:pPr>
            <a:r>
              <a:rPr lang="en-US" sz="2400" kern="0" spc="-24">
                <a:solidFill>
                  <a:srgbClr val="000000">
                    <a:alpha val="99000"/>
                  </a:srgbClr>
                </a:solidFill>
                <a:latin typeface="+mj-lt"/>
                <a:ea typeface="Funnel Sans"/>
              </a:rPr>
              <a:t>Target selection criteria were developed into a standardized rubric to evaluate 40+ targets at a high level </a:t>
            </a:r>
            <a:endParaRPr lang="en-US" sz="2400">
              <a:solidFill>
                <a:srgbClr val="000000">
                  <a:alpha val="99000"/>
                </a:srgbClr>
              </a:solidFill>
              <a:latin typeface="+mj-lt"/>
              <a:ea typeface="Funnel Sans"/>
            </a:endParaRPr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A5B794A3-0C12-6281-2311-69E91F7AC615}"/>
              </a:ext>
            </a:extLst>
          </p:cNvPr>
          <p:cNvSpPr/>
          <p:nvPr/>
        </p:nvSpPr>
        <p:spPr>
          <a:xfrm>
            <a:off x="227264" y="1508776"/>
            <a:ext cx="11757078" cy="0"/>
          </a:xfrm>
          <a:prstGeom prst="line">
            <a:avLst/>
          </a:prstGeom>
          <a:noFill/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E3DB0E-E2F8-7A64-6018-71944B0C37D5}"/>
              </a:ext>
            </a:extLst>
          </p:cNvPr>
          <p:cNvSpPr txBox="1"/>
          <p:nvPr/>
        </p:nvSpPr>
        <p:spPr>
          <a:xfrm>
            <a:off x="11055350" y="6614136"/>
            <a:ext cx="11366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/>
              <a:t>Confidential </a:t>
            </a:r>
            <a:fld id="{F55465F9-4A58-45DB-8234-396342B5FF6F}" type="slidenum">
              <a:rPr lang="en-US" sz="1000" smtClean="0"/>
              <a:pPr algn="r"/>
              <a:t>8</a:t>
            </a:fld>
            <a:endParaRPr lang="en-US" sz="100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FE21FB2-717B-278C-2439-CB27CBBA0E3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70" t="6" b="5939"/>
          <a:stretch>
            <a:fillRect/>
          </a:stretch>
        </p:blipFill>
        <p:spPr>
          <a:xfrm>
            <a:off x="258616" y="1623449"/>
            <a:ext cx="11725726" cy="4875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6064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90350-97E5-AC86-6343-CC64A9574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FE96F4E3-3D52-7EE2-185A-FE09BD5026F4}"/>
              </a:ext>
            </a:extLst>
          </p:cNvPr>
          <p:cNvSpPr/>
          <p:nvPr/>
        </p:nvSpPr>
        <p:spPr>
          <a:xfrm>
            <a:off x="254000" y="254000"/>
            <a:ext cx="882651" cy="3048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2400"/>
          </a:p>
        </p:txBody>
      </p:sp>
      <p:sp>
        <p:nvSpPr>
          <p:cNvPr id="5" name="Shape 19">
            <a:extLst>
              <a:ext uri="{FF2B5EF4-FFF2-40B4-BE49-F238E27FC236}">
                <a16:creationId xmlns:a16="http://schemas.microsoft.com/office/drawing/2014/main" id="{3B706F10-5990-4FA5-6736-99ADEA8DCB0B}"/>
              </a:ext>
            </a:extLst>
          </p:cNvPr>
          <p:cNvSpPr/>
          <p:nvPr/>
        </p:nvSpPr>
        <p:spPr>
          <a:xfrm>
            <a:off x="2082801" y="330201"/>
            <a:ext cx="139700" cy="1143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2400"/>
          </a:p>
        </p:txBody>
      </p:sp>
      <p:pic>
        <p:nvPicPr>
          <p:cNvPr id="6" name="Image 3" descr="preencoded.png">
            <a:extLst>
              <a:ext uri="{FF2B5EF4-FFF2-40B4-BE49-F238E27FC236}">
                <a16:creationId xmlns:a16="http://schemas.microsoft.com/office/drawing/2014/main" id="{A1F43433-1649-6B95-7959-C60CFBAB20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03" y="254000"/>
            <a:ext cx="156939" cy="191368"/>
          </a:xfrm>
          <a:prstGeom prst="rect">
            <a:avLst/>
          </a:prstGeom>
        </p:spPr>
      </p:pic>
      <p:pic>
        <p:nvPicPr>
          <p:cNvPr id="7" name="Image 4" descr="preencoded.png">
            <a:extLst>
              <a:ext uri="{FF2B5EF4-FFF2-40B4-BE49-F238E27FC236}">
                <a16:creationId xmlns:a16="http://schemas.microsoft.com/office/drawing/2014/main" id="{6C8D778D-7B09-ED3D-64CD-1129AB859B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028" y="459541"/>
            <a:ext cx="968" cy="4"/>
          </a:xfrm>
          <a:prstGeom prst="rect">
            <a:avLst/>
          </a:prstGeom>
        </p:spPr>
      </p:pic>
      <p:pic>
        <p:nvPicPr>
          <p:cNvPr id="8" name="Image 5" descr="preencoded.png">
            <a:extLst>
              <a:ext uri="{FF2B5EF4-FFF2-40B4-BE49-F238E27FC236}">
                <a16:creationId xmlns:a16="http://schemas.microsoft.com/office/drawing/2014/main" id="{F82613F8-1618-8AFD-571B-0CDA15A817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756" y="459546"/>
            <a:ext cx="297" cy="4"/>
          </a:xfrm>
          <a:prstGeom prst="rect">
            <a:avLst/>
          </a:prstGeom>
        </p:spPr>
      </p:pic>
      <p:pic>
        <p:nvPicPr>
          <p:cNvPr id="9" name="Image 6" descr="preencoded.png">
            <a:extLst>
              <a:ext uri="{FF2B5EF4-FFF2-40B4-BE49-F238E27FC236}">
                <a16:creationId xmlns:a16="http://schemas.microsoft.com/office/drawing/2014/main" id="{7C83E616-1262-9350-F8B7-7305AD7812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261" y="473634"/>
            <a:ext cx="471" cy="4"/>
          </a:xfrm>
          <a:prstGeom prst="rect">
            <a:avLst/>
          </a:prstGeom>
        </p:spPr>
      </p:pic>
      <p:pic>
        <p:nvPicPr>
          <p:cNvPr id="10" name="Image 7" descr="preencoded.png">
            <a:extLst>
              <a:ext uri="{FF2B5EF4-FFF2-40B4-BE49-F238E27FC236}">
                <a16:creationId xmlns:a16="http://schemas.microsoft.com/office/drawing/2014/main" id="{94396572-97E4-C9A6-52DB-45668EDA1E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300" y="305277"/>
            <a:ext cx="137641" cy="202443"/>
          </a:xfrm>
          <a:prstGeom prst="rect">
            <a:avLst/>
          </a:prstGeom>
        </p:spPr>
      </p:pic>
      <p:pic>
        <p:nvPicPr>
          <p:cNvPr id="11" name="Image 8" descr="preencoded.png">
            <a:extLst>
              <a:ext uri="{FF2B5EF4-FFF2-40B4-BE49-F238E27FC236}">
                <a16:creationId xmlns:a16="http://schemas.microsoft.com/office/drawing/2014/main" id="{3547485D-5ED7-D8A5-5B6C-10FDC4A02C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3372" y="360473"/>
            <a:ext cx="126579" cy="147243"/>
          </a:xfrm>
          <a:prstGeom prst="rect">
            <a:avLst/>
          </a:prstGeom>
        </p:spPr>
      </p:pic>
      <p:pic>
        <p:nvPicPr>
          <p:cNvPr id="12" name="Image 9" descr="preencoded.png">
            <a:extLst>
              <a:ext uri="{FF2B5EF4-FFF2-40B4-BE49-F238E27FC236}">
                <a16:creationId xmlns:a16="http://schemas.microsoft.com/office/drawing/2014/main" id="{EAB91E99-C5A9-E64A-280F-D65308AD7CD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2928" y="360456"/>
            <a:ext cx="131737" cy="198345"/>
          </a:xfrm>
          <a:prstGeom prst="rect">
            <a:avLst/>
          </a:prstGeom>
        </p:spPr>
      </p:pic>
      <p:pic>
        <p:nvPicPr>
          <p:cNvPr id="13" name="Image 10" descr="preencoded.png">
            <a:extLst>
              <a:ext uri="{FF2B5EF4-FFF2-40B4-BE49-F238E27FC236}">
                <a16:creationId xmlns:a16="http://schemas.microsoft.com/office/drawing/2014/main" id="{D0BF15D3-0353-F2CF-E74F-F5D30C7B3AD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1142" y="360468"/>
            <a:ext cx="135508" cy="147243"/>
          </a:xfrm>
          <a:prstGeom prst="rect">
            <a:avLst/>
          </a:prstGeom>
        </p:spPr>
      </p:pic>
      <p:pic>
        <p:nvPicPr>
          <p:cNvPr id="14" name="Image 11" descr="preencoded.png">
            <a:extLst>
              <a:ext uri="{FF2B5EF4-FFF2-40B4-BE49-F238E27FC236}">
                <a16:creationId xmlns:a16="http://schemas.microsoft.com/office/drawing/2014/main" id="{29FB02B1-C90B-08A8-70D4-5843EE77586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5419" y="376364"/>
            <a:ext cx="174501" cy="157568"/>
          </a:xfrm>
          <a:prstGeom prst="rect">
            <a:avLst/>
          </a:prstGeom>
        </p:spPr>
      </p:pic>
      <p:pic>
        <p:nvPicPr>
          <p:cNvPr id="15" name="Image 12" descr="preencoded.png">
            <a:extLst>
              <a:ext uri="{FF2B5EF4-FFF2-40B4-BE49-F238E27FC236}">
                <a16:creationId xmlns:a16="http://schemas.microsoft.com/office/drawing/2014/main" id="{5C1D8222-A0CC-D646-F4A4-B6F934EAA78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4000" y="376361"/>
            <a:ext cx="174501" cy="157575"/>
          </a:xfrm>
          <a:prstGeom prst="rect">
            <a:avLst/>
          </a:prstGeom>
        </p:spPr>
      </p:pic>
      <p:sp>
        <p:nvSpPr>
          <p:cNvPr id="16" name="Text 28">
            <a:extLst>
              <a:ext uri="{FF2B5EF4-FFF2-40B4-BE49-F238E27FC236}">
                <a16:creationId xmlns:a16="http://schemas.microsoft.com/office/drawing/2014/main" id="{D527AD47-0672-2DD1-4F50-10B0BC0808A4}"/>
              </a:ext>
            </a:extLst>
          </p:cNvPr>
          <p:cNvSpPr/>
          <p:nvPr/>
        </p:nvSpPr>
        <p:spPr>
          <a:xfrm>
            <a:off x="441342" y="-50799"/>
            <a:ext cx="11124153" cy="762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ts val="3000"/>
              </a:lnSpc>
            </a:pPr>
            <a:endParaRPr lang="en-US" sz="2400">
              <a:latin typeface="Funnel San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40BAEEF-8776-C3A8-D72A-0CDC132C23EB}"/>
              </a:ext>
            </a:extLst>
          </p:cNvPr>
          <p:cNvSpPr txBox="1"/>
          <p:nvPr/>
        </p:nvSpPr>
        <p:spPr>
          <a:xfrm>
            <a:off x="11055350" y="6614136"/>
            <a:ext cx="11366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/>
              <a:t>Confidential </a:t>
            </a:r>
            <a:fld id="{F55465F9-4A58-45DB-8234-396342B5FF6F}" type="slidenum">
              <a:rPr lang="en-US" sz="1000" smtClean="0"/>
              <a:pPr algn="r"/>
              <a:t>9</a:t>
            </a:fld>
            <a:endParaRPr lang="en-US" sz="100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B02299A3-69D4-B2D6-DDB1-402EB101AA31}"/>
              </a:ext>
            </a:extLst>
          </p:cNvPr>
          <p:cNvSpPr/>
          <p:nvPr/>
        </p:nvSpPr>
        <p:spPr>
          <a:xfrm>
            <a:off x="227264" y="711101"/>
            <a:ext cx="11496658" cy="762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ts val="3000"/>
              </a:lnSpc>
            </a:pPr>
            <a:r>
              <a:rPr lang="en-US" sz="2400" kern="0" spc="-24">
                <a:solidFill>
                  <a:srgbClr val="000000">
                    <a:alpha val="99000"/>
                  </a:srgbClr>
                </a:solidFill>
                <a:latin typeface="+mj-lt"/>
                <a:ea typeface="Funnel Sans"/>
              </a:rPr>
              <a:t>40 targets spanning enzyme, functional &amp; structural classes were evaluated; </a:t>
            </a:r>
          </a:p>
          <a:p>
            <a:pPr>
              <a:lnSpc>
                <a:spcPts val="3000"/>
              </a:lnSpc>
            </a:pPr>
            <a:r>
              <a:rPr lang="en-US" sz="2400" kern="0" spc="-24">
                <a:solidFill>
                  <a:srgbClr val="000000">
                    <a:alpha val="99000"/>
                  </a:srgbClr>
                </a:solidFill>
                <a:latin typeface="+mj-lt"/>
                <a:ea typeface="Funnel Sans"/>
              </a:rPr>
              <a:t>8 targets emerged as high priority </a:t>
            </a:r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E1059743-89D7-D31A-802F-7C119550DA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0373553"/>
              </p:ext>
            </p:extLst>
          </p:nvPr>
        </p:nvGraphicFramePr>
        <p:xfrm>
          <a:off x="341250" y="2380780"/>
          <a:ext cx="6578407" cy="3682908"/>
        </p:xfrm>
        <a:graphic>
          <a:graphicData uri="http://schemas.openxmlformats.org/drawingml/2006/table">
            <a:tbl>
              <a:tblPr/>
              <a:tblGrid>
                <a:gridCol w="2537347">
                  <a:extLst>
                    <a:ext uri="{9D8B030D-6E8A-4147-A177-3AD203B41FA5}">
                      <a16:colId xmlns:a16="http://schemas.microsoft.com/office/drawing/2014/main" val="2439929740"/>
                    </a:ext>
                  </a:extLst>
                </a:gridCol>
                <a:gridCol w="700866">
                  <a:extLst>
                    <a:ext uri="{9D8B030D-6E8A-4147-A177-3AD203B41FA5}">
                      <a16:colId xmlns:a16="http://schemas.microsoft.com/office/drawing/2014/main" val="2453005446"/>
                    </a:ext>
                  </a:extLst>
                </a:gridCol>
                <a:gridCol w="3340194">
                  <a:extLst>
                    <a:ext uri="{9D8B030D-6E8A-4147-A177-3AD203B41FA5}">
                      <a16:colId xmlns:a16="http://schemas.microsoft.com/office/drawing/2014/main" val="2156734046"/>
                    </a:ext>
                  </a:extLst>
                </a:gridCol>
              </a:tblGrid>
              <a:tr h="3316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</a:rPr>
                        <a:t>Category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</a:rPr>
                        <a:t>Count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</a:rPr>
                        <a:t>Targets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1476670"/>
                  </a:ext>
                </a:extLst>
              </a:tr>
              <a:tr h="5643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/>
                        <a:t>Receptor Tyrosine Kinases (RTKs)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/>
                        <a:t>7</a:t>
                      </a:r>
                      <a:endParaRPr lang="en-US" sz="1200"/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200"/>
                        <a:t>FGFR2b, EGFR (cryptic), HER2, HER3, EphA2, RET, MET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4311032"/>
                  </a:ext>
                </a:extLst>
              </a:tr>
              <a:tr h="5643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/>
                        <a:t>Junction / Adhesion Proteins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/>
                        <a:t>10</a:t>
                      </a:r>
                      <a:endParaRPr lang="en-US" sz="1200"/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CLDN1, CLDN18.2, Nectin-4, CDH3, CLDN4, EPCAM, TROP2, CDH6, CLDN6, UPK2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7969683"/>
                  </a:ext>
                </a:extLst>
              </a:tr>
              <a:tr h="3316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/>
                        <a:t>Ig or Ig-like Superfamily 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/>
                        <a:t>5</a:t>
                      </a:r>
                      <a:endParaRPr lang="en-US" sz="1200"/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/>
                        <a:t>CEACAM5, B7-H3, PTK7, DLL3, LRRC15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2047581"/>
                  </a:ext>
                </a:extLst>
              </a:tr>
              <a:tr h="3316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/>
                        <a:t>Non-RTK Enzymes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/>
                        <a:t>6</a:t>
                      </a:r>
                      <a:endParaRPr lang="en-US" sz="1200"/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ACP3, KLK2, CA9, ENPP3, STEAP1, STEAP2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5304767"/>
                  </a:ext>
                </a:extLst>
              </a:tr>
              <a:tr h="3316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/>
                        <a:t>Mucins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/>
                        <a:t>3</a:t>
                      </a:r>
                      <a:endParaRPr lang="en-US" sz="1200"/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MUC13, MUC16 (</a:t>
                      </a:r>
                      <a:r>
                        <a:rPr lang="en-US" sz="1200" err="1"/>
                        <a:t>ecto</a:t>
                      </a:r>
                      <a:r>
                        <a:rPr lang="en-US" sz="1200"/>
                        <a:t>), MUC1-C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5725617"/>
                  </a:ext>
                </a:extLst>
              </a:tr>
              <a:tr h="3316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/>
                        <a:t>GPI-Anchored Proteins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/>
                        <a:t>4</a:t>
                      </a:r>
                      <a:endParaRPr lang="en-US" sz="1200"/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ALPPL2, GPC2, FR</a:t>
                      </a:r>
                      <a:r>
                        <a:rPr lang="el-GR" sz="1200"/>
                        <a:t>α (</a:t>
                      </a:r>
                      <a:r>
                        <a:rPr lang="en-US" sz="1200"/>
                        <a:t>FOLR1), MSLN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1993789"/>
                  </a:ext>
                </a:extLst>
              </a:tr>
              <a:tr h="5643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/>
                        <a:t>Others (Singletons)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/>
                        <a:t>5</a:t>
                      </a:r>
                      <a:endParaRPr lang="en-US" sz="1200"/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GPRC5A, LIV1 (SLC39A6), Fibronectin ED-B, GCC (GUCY2C), Integrin </a:t>
                      </a:r>
                      <a:r>
                        <a:rPr lang="el-GR" sz="1200"/>
                        <a:t>α</a:t>
                      </a:r>
                      <a:r>
                        <a:rPr lang="en-US" sz="1200"/>
                        <a:t>v</a:t>
                      </a:r>
                      <a:r>
                        <a:rPr lang="el-GR" sz="1200"/>
                        <a:t>β6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6756885"/>
                  </a:ext>
                </a:extLst>
              </a:tr>
              <a:tr h="33163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 b="1"/>
                        <a:t>Total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/>
                        <a:t>40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l-GR" sz="1200"/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7905655"/>
                  </a:ext>
                </a:extLst>
              </a:tr>
            </a:tbl>
          </a:graphicData>
        </a:graphic>
      </p:graphicFrame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7CE08C8-3655-C080-655E-482DADF8B500}"/>
              </a:ext>
            </a:extLst>
          </p:cNvPr>
          <p:cNvCxnSpPr>
            <a:cxnSpLocks/>
          </p:cNvCxnSpPr>
          <p:nvPr/>
        </p:nvCxnSpPr>
        <p:spPr>
          <a:xfrm>
            <a:off x="7378052" y="2044823"/>
            <a:ext cx="0" cy="437821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1634990E-5B39-1069-4583-B55E500200F8}"/>
              </a:ext>
            </a:extLst>
          </p:cNvPr>
          <p:cNvSpPr/>
          <p:nvPr/>
        </p:nvSpPr>
        <p:spPr>
          <a:xfrm rot="5400000">
            <a:off x="7107661" y="4170022"/>
            <a:ext cx="668593" cy="12781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9F7E47-07CE-6C92-F4CB-0CA917E5FF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3609022"/>
              </p:ext>
            </p:extLst>
          </p:nvPr>
        </p:nvGraphicFramePr>
        <p:xfrm>
          <a:off x="7980102" y="4213486"/>
          <a:ext cx="3442363" cy="1309969"/>
        </p:xfrm>
        <a:graphic>
          <a:graphicData uri="http://schemas.openxmlformats.org/drawingml/2006/table">
            <a:tbl>
              <a:tblPr/>
              <a:tblGrid>
                <a:gridCol w="1845987">
                  <a:extLst>
                    <a:ext uri="{9D8B030D-6E8A-4147-A177-3AD203B41FA5}">
                      <a16:colId xmlns:a16="http://schemas.microsoft.com/office/drawing/2014/main" val="2439929740"/>
                    </a:ext>
                  </a:extLst>
                </a:gridCol>
                <a:gridCol w="1596376">
                  <a:extLst>
                    <a:ext uri="{9D8B030D-6E8A-4147-A177-3AD203B41FA5}">
                      <a16:colId xmlns:a16="http://schemas.microsoft.com/office/drawing/2014/main" val="2453005446"/>
                    </a:ext>
                  </a:extLst>
                </a:gridCol>
              </a:tblGrid>
              <a:tr h="1725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solidFill>
                            <a:schemeClr val="bg1"/>
                          </a:solidFill>
                        </a:rPr>
                        <a:t>Priority</a:t>
                      </a:r>
                      <a:endParaRPr lang="en-US" sz="1200">
                        <a:solidFill>
                          <a:schemeClr val="bg1"/>
                        </a:solidFill>
                      </a:endParaRP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>
                          <a:solidFill>
                            <a:schemeClr val="bg1"/>
                          </a:solidFill>
                        </a:rPr>
                        <a:t>Count</a:t>
                      </a:r>
                      <a:endParaRPr lang="en-US" sz="1200">
                        <a:solidFill>
                          <a:schemeClr val="bg1"/>
                        </a:solidFill>
                      </a:endParaRP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1476670"/>
                  </a:ext>
                </a:extLst>
              </a:tr>
              <a:tr h="2629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/>
                        <a:t>High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/>
                        <a:t>8</a:t>
                      </a:r>
                      <a:endParaRPr lang="en-US" sz="1200"/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4311032"/>
                  </a:ext>
                </a:extLst>
              </a:tr>
              <a:tr h="2629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/>
                        <a:t>Medium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/>
                        <a:t>12</a:t>
                      </a:r>
                      <a:endParaRPr lang="en-US" sz="1200"/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7969683"/>
                  </a:ext>
                </a:extLst>
              </a:tr>
              <a:tr h="2629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/>
                        <a:t>Low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/>
                        <a:t>20</a:t>
                      </a:r>
                      <a:endParaRPr lang="en-US" sz="1200"/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2047581"/>
                  </a:ext>
                </a:extLst>
              </a:tr>
              <a:tr h="18239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 b="1"/>
                        <a:t>Total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/>
                        <a:t>40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7905655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F97B2B56-CC18-AEDB-4CCA-09E16AAE2249}"/>
              </a:ext>
            </a:extLst>
          </p:cNvPr>
          <p:cNvSpPr txBox="1"/>
          <p:nvPr/>
        </p:nvSpPr>
        <p:spPr>
          <a:xfrm>
            <a:off x="7508624" y="5740475"/>
            <a:ext cx="45044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/>
              <a:t>12 </a:t>
            </a:r>
            <a:r>
              <a:rPr lang="en-US" sz="1400"/>
              <a:t>(8 high + 4 mediums) were </a:t>
            </a:r>
            <a:r>
              <a:rPr lang="en-US" sz="1400" err="1"/>
              <a:t>diligenced</a:t>
            </a:r>
            <a:r>
              <a:rPr lang="en-US" sz="1400"/>
              <a:t> further,</a:t>
            </a:r>
          </a:p>
          <a:p>
            <a:pPr algn="ctr"/>
            <a:r>
              <a:rPr lang="en-US" sz="1400" b="1"/>
              <a:t>6</a:t>
            </a:r>
            <a:r>
              <a:rPr lang="en-US" sz="1400"/>
              <a:t> have been selected as potential programs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B02E2E-C6D4-753D-1B86-E548E4F0157F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66502" t="6481" b="68746"/>
          <a:stretch>
            <a:fillRect/>
          </a:stretch>
        </p:blipFill>
        <p:spPr>
          <a:xfrm>
            <a:off x="7732494" y="2044823"/>
            <a:ext cx="4084087" cy="1698931"/>
          </a:xfrm>
          <a:prstGeom prst="rect">
            <a:avLst/>
          </a:prstGeom>
        </p:spPr>
      </p:pic>
      <p:sp>
        <p:nvSpPr>
          <p:cNvPr id="17" name="Shape 1">
            <a:extLst>
              <a:ext uri="{FF2B5EF4-FFF2-40B4-BE49-F238E27FC236}">
                <a16:creationId xmlns:a16="http://schemas.microsoft.com/office/drawing/2014/main" id="{E6D5153E-B0A9-3B3F-2736-3B4DB4C8397B}"/>
              </a:ext>
            </a:extLst>
          </p:cNvPr>
          <p:cNvSpPr/>
          <p:nvPr/>
        </p:nvSpPr>
        <p:spPr>
          <a:xfrm>
            <a:off x="227264" y="1508776"/>
            <a:ext cx="11757078" cy="0"/>
          </a:xfrm>
          <a:prstGeom prst="line">
            <a:avLst/>
          </a:prstGeom>
          <a:noFill/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9667817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0D2723-58BE-0C6B-8120-979A8B8C9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C697F7E9-BA3C-CD98-D9FA-F9E3030334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181" y="1088496"/>
            <a:ext cx="4028948" cy="158693"/>
          </a:xfrm>
        </p:spPr>
        <p:txBody>
          <a:bodyPr/>
          <a:lstStyle/>
          <a:p>
            <a:r>
              <a:rPr lang="en-US" b="1"/>
              <a:t>Target Selection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F0FC93F1-A9D4-9216-8129-1F4C84DCE4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113" y="1389953"/>
            <a:ext cx="6408536" cy="797984"/>
          </a:xfrm>
        </p:spPr>
        <p:txBody>
          <a:bodyPr/>
          <a:lstStyle/>
          <a:p>
            <a:r>
              <a:rPr lang="en-US"/>
              <a:t>Our first 6 targets go beyond typical tumor vs. healthy expression selection considerations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54F3663-7A27-ECC6-7ACF-3152EF44BE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9980355"/>
              </p:ext>
            </p:extLst>
          </p:nvPr>
        </p:nvGraphicFramePr>
        <p:xfrm>
          <a:off x="701974" y="2574773"/>
          <a:ext cx="10788052" cy="33049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37896">
                  <a:extLst>
                    <a:ext uri="{9D8B030D-6E8A-4147-A177-3AD203B41FA5}">
                      <a16:colId xmlns:a16="http://schemas.microsoft.com/office/drawing/2014/main" val="2342644943"/>
                    </a:ext>
                  </a:extLst>
                </a:gridCol>
                <a:gridCol w="2640052">
                  <a:extLst>
                    <a:ext uri="{9D8B030D-6E8A-4147-A177-3AD203B41FA5}">
                      <a16:colId xmlns:a16="http://schemas.microsoft.com/office/drawing/2014/main" val="1461637697"/>
                    </a:ext>
                  </a:extLst>
                </a:gridCol>
                <a:gridCol w="1250551">
                  <a:extLst>
                    <a:ext uri="{9D8B030D-6E8A-4147-A177-3AD203B41FA5}">
                      <a16:colId xmlns:a16="http://schemas.microsoft.com/office/drawing/2014/main" val="2583904927"/>
                    </a:ext>
                  </a:extLst>
                </a:gridCol>
                <a:gridCol w="1250551">
                  <a:extLst>
                    <a:ext uri="{9D8B030D-6E8A-4147-A177-3AD203B41FA5}">
                      <a16:colId xmlns:a16="http://schemas.microsoft.com/office/drawing/2014/main" val="2141441035"/>
                    </a:ext>
                  </a:extLst>
                </a:gridCol>
                <a:gridCol w="1291049">
                  <a:extLst>
                    <a:ext uri="{9D8B030D-6E8A-4147-A177-3AD203B41FA5}">
                      <a16:colId xmlns:a16="http://schemas.microsoft.com/office/drawing/2014/main" val="1256926733"/>
                    </a:ext>
                  </a:extLst>
                </a:gridCol>
                <a:gridCol w="972651">
                  <a:extLst>
                    <a:ext uri="{9D8B030D-6E8A-4147-A177-3AD203B41FA5}">
                      <a16:colId xmlns:a16="http://schemas.microsoft.com/office/drawing/2014/main" val="287675931"/>
                    </a:ext>
                  </a:extLst>
                </a:gridCol>
                <a:gridCol w="972651">
                  <a:extLst>
                    <a:ext uri="{9D8B030D-6E8A-4147-A177-3AD203B41FA5}">
                      <a16:colId xmlns:a16="http://schemas.microsoft.com/office/drawing/2014/main" val="2914215654"/>
                    </a:ext>
                  </a:extLst>
                </a:gridCol>
                <a:gridCol w="972651">
                  <a:extLst>
                    <a:ext uri="{9D8B030D-6E8A-4147-A177-3AD203B41FA5}">
                      <a16:colId xmlns:a16="http://schemas.microsoft.com/office/drawing/2014/main" val="3492864099"/>
                    </a:ext>
                  </a:extLst>
                </a:gridCol>
              </a:tblGrid>
              <a:tr h="573905">
                <a:tc>
                  <a:txBody>
                    <a:bodyPr/>
                    <a:lstStyle/>
                    <a:p>
                      <a:endParaRPr lang="en-US" sz="1600" b="0">
                        <a:latin typeface="Funnel Sans Medium" pitchFamily="2" charset="0"/>
                      </a:endParaRPr>
                    </a:p>
                  </a:txBody>
                  <a:tcPr marL="45720"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600" b="0"/>
                    </a:p>
                  </a:txBody>
                  <a:tcPr marL="45720"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latin typeface="Funnel Sans Medium" pitchFamily="2" charset="0"/>
                        </a:rPr>
                        <a:t>CLDN1</a:t>
                      </a:r>
                    </a:p>
                    <a:p>
                      <a:pPr algn="ctr"/>
                      <a:r>
                        <a:rPr lang="en-US" sz="1100" b="0">
                          <a:latin typeface="+mn-lt"/>
                        </a:rPr>
                        <a:t>Multi/Lung</a:t>
                      </a:r>
                    </a:p>
                  </a:txBody>
                  <a:tcPr marL="45720" anchor="ctr">
                    <a:lnT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>
                          <a:latin typeface="Funnel Sans Medium" pitchFamily="2" charset="0"/>
                        </a:rPr>
                        <a:t>MUC1-C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>
                          <a:latin typeface="+mn-lt"/>
                        </a:rPr>
                        <a:t>Multi/Lung</a:t>
                      </a:r>
                    </a:p>
                  </a:txBody>
                  <a:tcPr marL="45720" anchor="ctr">
                    <a:lnT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latin typeface="Funnel Sans Medium" pitchFamily="2" charset="0"/>
                        </a:rPr>
                        <a:t>CEACAM5</a:t>
                      </a:r>
                    </a:p>
                    <a:p>
                      <a:pPr algn="ctr"/>
                      <a:r>
                        <a:rPr lang="en-US" sz="1100" b="0">
                          <a:latin typeface="+mn-lt"/>
                        </a:rPr>
                        <a:t>CRC</a:t>
                      </a:r>
                    </a:p>
                  </a:txBody>
                  <a:tcPr marL="45720" anchor="ctr">
                    <a:lnT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latin typeface="Funnel Sans Medium" pitchFamily="2" charset="0"/>
                        </a:rPr>
                        <a:t>GCC</a:t>
                      </a:r>
                    </a:p>
                    <a:p>
                      <a:pPr algn="ctr"/>
                      <a:r>
                        <a:rPr lang="en-US" sz="1100" b="0">
                          <a:latin typeface="+mn-lt"/>
                        </a:rPr>
                        <a:t>CRC</a:t>
                      </a:r>
                      <a:endParaRPr lang="en-US" sz="1600" b="0">
                        <a:latin typeface="+mn-lt"/>
                      </a:endParaRPr>
                    </a:p>
                  </a:txBody>
                  <a:tcPr marL="45720" anchor="ctr">
                    <a:lnT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latin typeface="Funnel Sans Medium" pitchFamily="2" charset="0"/>
                        </a:rPr>
                        <a:t>ACP3</a:t>
                      </a:r>
                    </a:p>
                    <a:p>
                      <a:pPr algn="ctr"/>
                      <a:r>
                        <a:rPr lang="en-US" sz="1100" b="0">
                          <a:latin typeface="+mn-lt"/>
                        </a:rPr>
                        <a:t>Prostate</a:t>
                      </a:r>
                      <a:endParaRPr lang="en-US" sz="1600" b="0">
                        <a:latin typeface="+mn-lt"/>
                      </a:endParaRPr>
                    </a:p>
                  </a:txBody>
                  <a:tcPr marL="45720" anchor="ctr">
                    <a:lnT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latin typeface="Funnel Sans Medium" pitchFamily="2" charset="0"/>
                        </a:rPr>
                        <a:t>KLK2</a:t>
                      </a:r>
                    </a:p>
                    <a:p>
                      <a:pPr algn="ctr"/>
                      <a:r>
                        <a:rPr lang="en-US" sz="1100" b="0">
                          <a:latin typeface="+mn-lt"/>
                        </a:rPr>
                        <a:t>Prostate</a:t>
                      </a:r>
                      <a:endParaRPr lang="en-US" sz="1200" b="0">
                        <a:latin typeface="+mn-lt"/>
                      </a:endParaRPr>
                    </a:p>
                  </a:txBody>
                  <a:tcPr marL="45720" anchor="ctr">
                    <a:lnT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31710"/>
                  </a:ext>
                </a:extLst>
              </a:tr>
              <a:tr h="546202">
                <a:tc rowSpan="2">
                  <a:txBody>
                    <a:bodyPr/>
                    <a:lstStyle/>
                    <a:p>
                      <a:r>
                        <a:rPr lang="en-US" sz="1600" b="1">
                          <a:latin typeface="Funnel Sans Medium" pitchFamily="2" charset="0"/>
                        </a:rPr>
                        <a:t>Expression</a:t>
                      </a:r>
                    </a:p>
                  </a:txBody>
                  <a:tcPr marL="45720" anchor="ctr">
                    <a:lnT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/>
                        <a:t>No healthy tissue expression</a:t>
                      </a:r>
                    </a:p>
                  </a:txBody>
                  <a:tcPr marL="45720" anchor="ctr">
                    <a:lnT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0"/>
                    </a:p>
                  </a:txBody>
                  <a:tcPr marL="45720" anchor="ctr">
                    <a:lnT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0"/>
                    </a:p>
                  </a:txBody>
                  <a:tcPr marL="45720" anchor="ctr">
                    <a:lnT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0"/>
                    </a:p>
                  </a:txBody>
                  <a:tcPr marL="45720" anchor="ctr">
                    <a:lnT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0"/>
                    </a:p>
                  </a:txBody>
                  <a:tcPr marL="45720" anchor="ctr">
                    <a:lnT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latin typeface="Aptos" panose="020B0004020202020204" pitchFamily="34" charset="0"/>
                        </a:rPr>
                        <a:t>✓</a:t>
                      </a:r>
                      <a:endParaRPr lang="en-US" sz="1600" b="0" dirty="0"/>
                    </a:p>
                  </a:txBody>
                  <a:tcPr marL="45720" anchor="ctr">
                    <a:lnT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>
                          <a:latin typeface="Aptos" panose="020B0004020202020204" pitchFamily="34" charset="0"/>
                        </a:rPr>
                        <a:t>✓</a:t>
                      </a:r>
                      <a:endParaRPr lang="en-US" sz="1600" b="0"/>
                    </a:p>
                  </a:txBody>
                  <a:tcPr marL="45720" anchor="ctr">
                    <a:lnT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8759616"/>
                  </a:ext>
                </a:extLst>
              </a:tr>
              <a:tr h="546202">
                <a:tc vMerge="1">
                  <a:txBody>
                    <a:bodyPr/>
                    <a:lstStyle/>
                    <a:p>
                      <a:endParaRPr lang="en-US" sz="1200" b="0">
                        <a:latin typeface="Funnel Sans Medium" pitchFamily="2" charset="0"/>
                      </a:endParaRPr>
                    </a:p>
                  </a:txBody>
                  <a:tcPr marL="45720" anchor="ctr">
                    <a:lnT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 dirty="0">
                          <a:latin typeface="+mn-lt"/>
                        </a:rPr>
                        <a:t>Tumor-specific accessibility </a:t>
                      </a:r>
                    </a:p>
                  </a:txBody>
                  <a:tcPr marL="45720" anchor="ctr">
                    <a:lnT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>
                          <a:latin typeface="Aptos" panose="020B0004020202020204" pitchFamily="34" charset="0"/>
                        </a:rPr>
                        <a:t>✓</a:t>
                      </a:r>
                      <a:endParaRPr lang="en-US" sz="1600" b="0"/>
                    </a:p>
                  </a:txBody>
                  <a:tcPr marL="45720" anchor="ctr">
                    <a:lnT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>
                          <a:latin typeface="Aptos" panose="020B0004020202020204" pitchFamily="34" charset="0"/>
                        </a:rPr>
                        <a:t>✓</a:t>
                      </a:r>
                      <a:endParaRPr lang="en-US" sz="1600" b="0"/>
                    </a:p>
                  </a:txBody>
                  <a:tcPr marL="45720" anchor="ctr">
                    <a:lnT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>
                          <a:latin typeface="Aptos" panose="020B0004020202020204" pitchFamily="34" charset="0"/>
                        </a:rPr>
                        <a:t>✓</a:t>
                      </a:r>
                      <a:endParaRPr lang="en-US" sz="1600" b="0"/>
                    </a:p>
                  </a:txBody>
                  <a:tcPr marL="45720" anchor="ctr">
                    <a:lnT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>
                          <a:latin typeface="Aptos" panose="020B0004020202020204" pitchFamily="34" charset="0"/>
                        </a:rPr>
                        <a:t>✓</a:t>
                      </a:r>
                      <a:endParaRPr lang="en-US" sz="1600" b="0"/>
                    </a:p>
                  </a:txBody>
                  <a:tcPr marL="45720" anchor="ctr">
                    <a:lnT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/>
                    </a:p>
                  </a:txBody>
                  <a:tcPr marL="45720" anchor="ctr">
                    <a:lnT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/>
                    </a:p>
                  </a:txBody>
                  <a:tcPr marL="45720" anchor="ctr">
                    <a:lnT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3785566"/>
                  </a:ext>
                </a:extLst>
              </a:tr>
              <a:tr h="546202"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Funnel Sans Medium" pitchFamily="2" charset="0"/>
                        </a:rPr>
                        <a:t>Biology</a:t>
                      </a:r>
                    </a:p>
                  </a:txBody>
                  <a:tcPr marL="45720" anchor="ctr">
                    <a:lnT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/>
                        <a:t>Favorable internalization, shedding characteristics</a:t>
                      </a:r>
                    </a:p>
                  </a:txBody>
                  <a:tcPr marL="45720" anchor="ctr">
                    <a:lnT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>
                          <a:latin typeface="Aptos" panose="020B0004020202020204" pitchFamily="34" charset="0"/>
                        </a:rPr>
                        <a:t>✓✓</a:t>
                      </a:r>
                      <a:endParaRPr lang="en-US" sz="1600" b="0"/>
                    </a:p>
                  </a:txBody>
                  <a:tcPr marL="45720" anchor="ctr">
                    <a:lnT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>
                          <a:latin typeface="Aptos" panose="020B0004020202020204" pitchFamily="34" charset="0"/>
                        </a:rPr>
                        <a:t>✓✓</a:t>
                      </a:r>
                      <a:endParaRPr lang="en-US" sz="1600" b="0"/>
                    </a:p>
                  </a:txBody>
                  <a:tcPr marL="45720" anchor="ctr">
                    <a:lnT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>
                          <a:latin typeface="Aptos" panose="020B0004020202020204" pitchFamily="34" charset="0"/>
                        </a:rPr>
                        <a:t>✓</a:t>
                      </a:r>
                      <a:endParaRPr lang="en-US" sz="1600" b="0"/>
                    </a:p>
                  </a:txBody>
                  <a:tcPr marL="45720" anchor="ctr">
                    <a:lnT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>
                          <a:latin typeface="Aptos" panose="020B0004020202020204" pitchFamily="34" charset="0"/>
                        </a:rPr>
                        <a:t>✓✓</a:t>
                      </a:r>
                      <a:endParaRPr lang="en-US" sz="1600" b="0"/>
                    </a:p>
                  </a:txBody>
                  <a:tcPr marL="45720" anchor="ctr">
                    <a:lnT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>
                          <a:latin typeface="Aptos" panose="020B0004020202020204" pitchFamily="34" charset="0"/>
                        </a:rPr>
                        <a:t>✓</a:t>
                      </a:r>
                      <a:endParaRPr lang="en-US" sz="1600" b="0"/>
                    </a:p>
                  </a:txBody>
                  <a:tcPr marL="45720" anchor="ctr">
                    <a:lnT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>
                          <a:latin typeface="Aptos" panose="020B0004020202020204" pitchFamily="34" charset="0"/>
                        </a:rPr>
                        <a:t>✓</a:t>
                      </a:r>
                      <a:endParaRPr lang="en-US" sz="1600" b="0"/>
                    </a:p>
                  </a:txBody>
                  <a:tcPr marL="45720" anchor="ctr">
                    <a:lnT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7830281"/>
                  </a:ext>
                </a:extLst>
              </a:tr>
              <a:tr h="546202"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Funnel Sans Medium" pitchFamily="2" charset="0"/>
                        </a:rPr>
                        <a:t>Feasibility</a:t>
                      </a:r>
                    </a:p>
                  </a:txBody>
                  <a:tcPr marL="45720" anchor="ctr">
                    <a:lnT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/>
                        <a:t>Ligandability</a:t>
                      </a:r>
                    </a:p>
                  </a:txBody>
                  <a:tcPr marL="45720" anchor="ctr">
                    <a:lnT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>
                          <a:latin typeface="Aptos" panose="020B0004020202020204" pitchFamily="34" charset="0"/>
                        </a:rPr>
                        <a:t>✓</a:t>
                      </a:r>
                      <a:endParaRPr lang="en-US" sz="1600" b="0"/>
                    </a:p>
                  </a:txBody>
                  <a:tcPr marL="45720" anchor="ctr">
                    <a:lnT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>
                          <a:latin typeface="Aptos" panose="020B0004020202020204" pitchFamily="34" charset="0"/>
                        </a:rPr>
                        <a:t>✓</a:t>
                      </a:r>
                      <a:endParaRPr lang="en-US" sz="1600" b="0"/>
                    </a:p>
                  </a:txBody>
                  <a:tcPr marL="45720" anchor="ctr">
                    <a:lnT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>
                          <a:latin typeface="Aptos" panose="020B0004020202020204" pitchFamily="34" charset="0"/>
                        </a:rPr>
                        <a:t>✓</a:t>
                      </a:r>
                      <a:endParaRPr lang="en-US" sz="1600" b="0"/>
                    </a:p>
                  </a:txBody>
                  <a:tcPr marL="45720" anchor="ctr">
                    <a:lnT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>
                          <a:latin typeface="Aptos" panose="020B0004020202020204" pitchFamily="34" charset="0"/>
                        </a:rPr>
                        <a:t>✓</a:t>
                      </a:r>
                      <a:endParaRPr lang="en-US" sz="1600" b="0"/>
                    </a:p>
                  </a:txBody>
                  <a:tcPr marL="45720" anchor="ctr">
                    <a:lnT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>
                          <a:latin typeface="Aptos" panose="020B0004020202020204" pitchFamily="34" charset="0"/>
                        </a:rPr>
                        <a:t>✓</a:t>
                      </a:r>
                      <a:endParaRPr lang="en-US" sz="1600" b="0"/>
                    </a:p>
                  </a:txBody>
                  <a:tcPr marL="45720" anchor="ctr">
                    <a:lnT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>
                          <a:latin typeface="Aptos" panose="020B0004020202020204" pitchFamily="34" charset="0"/>
                        </a:rPr>
                        <a:t>✓</a:t>
                      </a:r>
                      <a:endParaRPr lang="en-US" sz="1600" b="0"/>
                    </a:p>
                  </a:txBody>
                  <a:tcPr marL="45720" anchor="ctr">
                    <a:lnT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3134834"/>
                  </a:ext>
                </a:extLst>
              </a:tr>
              <a:tr h="546202"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Funnel Sans Medium" pitchFamily="2" charset="0"/>
                        </a:rPr>
                        <a:t>Landscape</a:t>
                      </a:r>
                    </a:p>
                  </a:txBody>
                  <a:tcPr marL="45720" anchor="ctr">
                    <a:lnT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/>
                        <a:t>No competing RLT programs</a:t>
                      </a:r>
                    </a:p>
                  </a:txBody>
                  <a:tcPr marL="45720" anchor="ctr">
                    <a:lnT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>
                          <a:latin typeface="Aptos" panose="020B0004020202020204" pitchFamily="34" charset="0"/>
                        </a:rPr>
                        <a:t>✓</a:t>
                      </a:r>
                      <a:endParaRPr lang="en-US" sz="1600" b="0"/>
                    </a:p>
                  </a:txBody>
                  <a:tcPr marL="45720" anchor="ctr">
                    <a:lnT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>
                          <a:latin typeface="Aptos" panose="020B0004020202020204" pitchFamily="34" charset="0"/>
                        </a:rPr>
                        <a:t>✓</a:t>
                      </a:r>
                      <a:endParaRPr lang="en-US" sz="1600" b="0"/>
                    </a:p>
                  </a:txBody>
                  <a:tcPr marL="45720" anchor="ctr">
                    <a:lnT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>
                          <a:latin typeface="Aptos" panose="020B0004020202020204" pitchFamily="34" charset="0"/>
                        </a:rPr>
                        <a:t>✓</a:t>
                      </a:r>
                      <a:endParaRPr lang="en-US" sz="1600" b="0"/>
                    </a:p>
                  </a:txBody>
                  <a:tcPr marL="45720" anchor="ctr">
                    <a:lnT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>
                          <a:latin typeface="Aptos" panose="020B0004020202020204" pitchFamily="34" charset="0"/>
                        </a:rPr>
                        <a:t>✓</a:t>
                      </a:r>
                      <a:endParaRPr lang="en-US" sz="1600" b="0"/>
                    </a:p>
                  </a:txBody>
                  <a:tcPr marL="45720" anchor="ctr">
                    <a:lnT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/>
                    </a:p>
                  </a:txBody>
                  <a:tcPr marL="45720" anchor="ctr">
                    <a:lnT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/>
                    </a:p>
                  </a:txBody>
                  <a:tcPr marL="45720" anchor="ctr">
                    <a:lnT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6468499"/>
                  </a:ext>
                </a:extLst>
              </a:tr>
            </a:tbl>
          </a:graphicData>
        </a:graphic>
      </p:graphicFrame>
      <p:sp>
        <p:nvSpPr>
          <p:cNvPr id="60" name="TextBox 59">
            <a:extLst>
              <a:ext uri="{FF2B5EF4-FFF2-40B4-BE49-F238E27FC236}">
                <a16:creationId xmlns:a16="http://schemas.microsoft.com/office/drawing/2014/main" id="{05329DCF-9D8F-D5A1-8EF6-7A3169FBB4DB}"/>
              </a:ext>
            </a:extLst>
          </p:cNvPr>
          <p:cNvSpPr txBox="1"/>
          <p:nvPr/>
        </p:nvSpPr>
        <p:spPr>
          <a:xfrm>
            <a:off x="0" y="6654336"/>
            <a:ext cx="12065520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Adapted from </a:t>
            </a: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unnel Sans"/>
                <a:ea typeface="+mn-ea"/>
                <a:cs typeface="+mn-cs"/>
                <a:hlinkClick r:id="rId2"/>
              </a:rPr>
              <a:t>Aka Exp Rev Clin </a:t>
            </a:r>
            <a:r>
              <a:rPr kumimoji="0" lang="en-US" sz="7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unnel Sans"/>
                <a:ea typeface="+mn-ea"/>
                <a:cs typeface="+mn-cs"/>
                <a:hlinkClick r:id="rId2"/>
              </a:rPr>
              <a:t>Pharmacol</a:t>
            </a: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unnel Sans"/>
                <a:ea typeface="+mn-ea"/>
                <a:cs typeface="+mn-cs"/>
                <a:hlinkClick r:id="rId2"/>
              </a:rPr>
              <a:t> 2017</a:t>
            </a: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, </a:t>
            </a: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unnel Sans"/>
                <a:ea typeface="+mn-lt"/>
                <a:cs typeface="+mn-lt"/>
                <a:hlinkClick r:id="rId3"/>
              </a:rPr>
              <a:t>Image – </a:t>
            </a:r>
            <a:r>
              <a:rPr kumimoji="0" lang="en-US" sz="7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unnel Sans"/>
                <a:ea typeface="+mn-lt"/>
                <a:cs typeface="+mn-lt"/>
                <a:hlinkClick r:id="rId3"/>
              </a:rPr>
              <a:t>Alentis</a:t>
            </a:r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unnel San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7777564"/>
      </p:ext>
    </p:extLst>
  </p:cSld>
  <p:clrMapOvr>
    <a:masterClrMapping/>
  </p:clrMapOvr>
</p:sld>
</file>

<file path=ppt/theme/theme1.xml><?xml version="1.0" encoding="utf-8"?>
<a:theme xmlns:a="http://schemas.openxmlformats.org/drawingml/2006/main" name="Becca's Sego Temp Theme">
  <a:themeElements>
    <a:clrScheme name="Becca's Sego Temp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A4141"/>
      </a:accent1>
      <a:accent2>
        <a:srgbClr val="456464"/>
      </a:accent2>
      <a:accent3>
        <a:srgbClr val="7A9F8F"/>
      </a:accent3>
      <a:accent4>
        <a:srgbClr val="71B787"/>
      </a:accent4>
      <a:accent5>
        <a:srgbClr val="D5ED99"/>
      </a:accent5>
      <a:accent6>
        <a:srgbClr val="F3F1EF"/>
      </a:accent6>
      <a:hlink>
        <a:srgbClr val="7A9F8F"/>
      </a:hlink>
      <a:folHlink>
        <a:srgbClr val="96607D"/>
      </a:folHlink>
    </a:clrScheme>
    <a:fontScheme name="Sego Font">
      <a:majorFont>
        <a:latin typeface="Funnel Sans"/>
        <a:ea typeface=""/>
        <a:cs typeface=""/>
      </a:majorFont>
      <a:minorFont>
        <a:latin typeface="Funnel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Becca's Sego Temp Theme" id="{4A842F55-7C6A-43E5-B4AB-63AC50CBC6DB}" vid="{965FBD5D-36C6-4D68-9EF4-1748213BBE67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ysClr val="window" lastClr="FFFFFF"/>
      </a:lt1>
      <a:dk2>
        <a:srgbClr val="656670"/>
      </a:dk2>
      <a:lt2>
        <a:srgbClr val="F6F3F2"/>
      </a:lt2>
      <a:accent1>
        <a:srgbClr val="002924"/>
      </a:accent1>
      <a:accent2>
        <a:srgbClr val="B1C8B0"/>
      </a:accent2>
      <a:accent3>
        <a:srgbClr val="61896E"/>
      </a:accent3>
      <a:accent4>
        <a:srgbClr val="D5ED99"/>
      </a:accent4>
      <a:accent5>
        <a:srgbClr val="DED6D3"/>
      </a:accent5>
      <a:accent6>
        <a:srgbClr val="8F1A43"/>
      </a:accent6>
      <a:hlink>
        <a:srgbClr val="002924"/>
      </a:hlink>
      <a:folHlink>
        <a:srgbClr val="B1C8B0"/>
      </a:folHlink>
    </a:clrScheme>
    <a:fontScheme name="Sego">
      <a:majorFont>
        <a:latin typeface="Funnel Sans Light"/>
        <a:ea typeface=""/>
        <a:cs typeface=""/>
      </a:majorFont>
      <a:minorFont>
        <a:latin typeface="Funnel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dirty="0" smtClean="0">
            <a:solidFill>
              <a:srgbClr val="FF0000"/>
            </a:solidFill>
            <a:latin typeface="+mj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b41257d-d9f1-45d2-83fb-79c2dd89ff18" xsi:nil="true"/>
    <lcf76f155ced4ddcb4097134ff3c332f xmlns="883290e6-3317-4731-a933-606cdb1c21ba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CA77038FD8B0E4290AC2C78A81B96B0" ma:contentTypeVersion="10" ma:contentTypeDescription="Create a new document." ma:contentTypeScope="" ma:versionID="116237f45c3876c638621d484ff54e8e">
  <xsd:schema xmlns:xsd="http://www.w3.org/2001/XMLSchema" xmlns:xs="http://www.w3.org/2001/XMLSchema" xmlns:p="http://schemas.microsoft.com/office/2006/metadata/properties" xmlns:ns2="883290e6-3317-4731-a933-606cdb1c21ba" xmlns:ns3="9b41257d-d9f1-45d2-83fb-79c2dd89ff18" targetNamespace="http://schemas.microsoft.com/office/2006/metadata/properties" ma:root="true" ma:fieldsID="9cd05f4572e11dc9c3dcb5915d0bb547" ns2:_="" ns3:_="">
    <xsd:import namespace="883290e6-3317-4731-a933-606cdb1c21ba"/>
    <xsd:import namespace="9b41257d-d9f1-45d2-83fb-79c2dd89ff1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3290e6-3317-4731-a933-606cdb1c21b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9d5e21b9-9a91-448a-b7da-1ab90cd0a9b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b41257d-d9f1-45d2-83fb-79c2dd89ff18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7b56a1f0-8357-4b64-86fd-fd0a5fd73875}" ma:internalName="TaxCatchAll" ma:showField="CatchAllData" ma:web="9b41257d-d9f1-45d2-83fb-79c2dd89ff1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DAB1D27-EED4-4B77-AC4F-7346598468AB}">
  <ds:schemaRefs>
    <ds:schemaRef ds:uri="883290e6-3317-4731-a933-606cdb1c21ba"/>
    <ds:schemaRef ds:uri="9b41257d-d9f1-45d2-83fb-79c2dd89ff18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B122BC58-B80C-4E51-85AE-E0E1A8E7C60A}">
  <ds:schemaRefs>
    <ds:schemaRef ds:uri="883290e6-3317-4731-a933-606cdb1c21ba"/>
    <ds:schemaRef ds:uri="9b41257d-d9f1-45d2-83fb-79c2dd89ff1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07DD1774-FD18-46E1-B539-2CF3AF46984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Becca's Sego Temp Theme</Template>
  <TotalTime>267</TotalTime>
  <Words>487</Words>
  <Application>Microsoft Office PowerPoint</Application>
  <PresentationFormat>Widescreen</PresentationFormat>
  <Paragraphs>132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Aptos</vt:lpstr>
      <vt:lpstr>Arial</vt:lpstr>
      <vt:lpstr>Funnel Sans</vt:lpstr>
      <vt:lpstr>Funnel Sans Light</vt:lpstr>
      <vt:lpstr>Funnel Sans Medium</vt:lpstr>
      <vt:lpstr>Becca's Sego Temp Theme</vt:lpstr>
      <vt:lpstr>1_Office Theme</vt:lpstr>
      <vt:lpstr>PowerPoint Presentation</vt:lpstr>
      <vt:lpstr>PowerPoint Presentation</vt:lpstr>
      <vt:lpstr>Sego’s bespoke approach to RLT target selection</vt:lpstr>
      <vt:lpstr>PowerPoint Presentation</vt:lpstr>
      <vt:lpstr>Developing successful RLT is balancing tumor absorbed dose vs. organ at risk absorbed dose by two methods: target selection</vt:lpstr>
      <vt:lpstr>PowerPoint Presentation</vt:lpstr>
      <vt:lpstr>PowerPoint Presentation</vt:lpstr>
      <vt:lpstr>PowerPoint Presentation</vt:lpstr>
      <vt:lpstr>PowerPoint Presentation</vt:lpstr>
      <vt:lpstr>Our first 6 targets go beyond typical tumor vs. healthy expression selection considerations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Becca Levin</dc:creator>
  <cp:lastModifiedBy>Becca Levin</cp:lastModifiedBy>
  <cp:revision>5</cp:revision>
  <cp:lastPrinted>2026-01-07T21:12:52Z</cp:lastPrinted>
  <dcterms:created xsi:type="dcterms:W3CDTF">2025-11-04T21:02:54Z</dcterms:created>
  <dcterms:modified xsi:type="dcterms:W3CDTF">2026-04-08T19:10:42Z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0x0101006CA77038FD8B0E4290AC2C78A81B96B0</vt:lpwstr>
  </property>
  <property fmtid="{D5CDD505-2E9C-101B-9397-08002B2CF9AE}" pid="3" name="MediaServiceImageTags">
    <vt:lpwstr/>
  </property>
</Properties>
</file>