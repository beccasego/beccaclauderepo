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Beyond PSMA, SSTR, and FAP: the novel target landscape in China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895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09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NextPharma, Pharmacube (via BFC Group)</a:t>
            </a:r>
            <a:endParaRPr lang="en-US" sz="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822960"/>
                <a:gridCol w="914400"/>
                <a:gridCol w="100584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Drug Name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Research Institute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Target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Modality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Highest Phase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GPN02006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Jecho Biopharma; Grand Pharma; Ruidifu Biotech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GPC3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177Lu-KBD880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KangBaiDa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CN121319119A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Zhibo Biotech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N/A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23-R09 (GPC3)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Zonsen Biotech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BRP-020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BoomRay Pharmaceuticals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Nectin-4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177Lu-FC706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FindCure Biosciences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CN120209090A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HTA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CN121378406A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Nuoyuan Medical Devices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PL052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Zonsen Biotech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Nanobody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ACP3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Small molecule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Small molecule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Small molecule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Small molecule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Small molecule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Beyond PSMA, SSTR, and FAP: the novel target landscape in China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895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09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NextPharma, Pharmacube (via BFC Group)</a:t>
            </a:r>
            <a:endParaRPr lang="en-US" sz="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822960"/>
                <a:gridCol w="914400"/>
                <a:gridCol w="100584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Drug Name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Research Institute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Target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Modality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Highest Phase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PL051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Zonsen Biotech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GRPR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177Lu-LNC1020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Lannacheng Biotechnology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SNA004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SmartNuclide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HER2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177Lu-LNCAb103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Lannacheng Biotechnology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WO2025195495A1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GeneQuantum Healthcare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177Lu-NY104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Norroy Bioscience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CAIX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Small molecule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68Ga-XT771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Sinotau Pharmaceuticals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CAIX;CA12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Small molecule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61896E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Phase I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[177Lu]-TST001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Transcenta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CLDN18.2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177Lu-SNA040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SmartNuclide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177Lu-NY005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Doer Biologics; Norroy Bioscience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WO2025195495A1-1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GeneQuantum Healthcare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N/A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N/A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DLL3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Discovery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N/A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N/A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Discovery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Beyond PSMA, SSTR, and FAP: the novel target landscape in China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89520" y="109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097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NextPharma, Pharmacube (via BFC Group)</a:t>
            </a:r>
            <a:endParaRPr lang="en-US" sz="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822960"/>
                <a:gridCol w="91440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Drug Name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Research Institute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Target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Modality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Highest Phase</a:t>
                      </a:r>
                      <a:endParaRPr lang="en-US" sz="8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2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N/A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N/A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EGFR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Discovery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WO2025180474A1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Lannacheng Biotechnology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EGFR;c-Met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[68Ga]Ga-FL-261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Full-Life Technologies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c-Met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61896E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Phase I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23-R09 (c-Met)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Zonsen Biotech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u-PAR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Non-disclosure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177Lu-FL-091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Full-Life Technologies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NTSR1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177Lu-SNA025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SmartNuclide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GD2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177Lu-SNA028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SmartNuclide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gpA33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177Lu-JH12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Bivision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CXCR4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Peptide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[99mTc]Tc-NB4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Novamab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2924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EpCAM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Antibody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56670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PreClinical</a:t>
                      </a:r>
                      <a:endParaRPr lang="en-US" sz="75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Novel Target Landscape</dc:title>
  <dc:subject>PptxGenJS Presentation</dc:subject>
  <dc:creator>Sego Therapeutics</dc:creator>
  <cp:lastModifiedBy>Sego Therapeutics</cp:lastModifiedBy>
  <cp:revision>1</cp:revision>
  <dcterms:created xsi:type="dcterms:W3CDTF">2026-07-09T20:47:02Z</dcterms:created>
  <dcterms:modified xsi:type="dcterms:W3CDTF">2026-07-09T20:47:02Z</dcterms:modified>
</cp:coreProperties>
</file>